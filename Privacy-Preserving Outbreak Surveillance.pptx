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3.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4.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99" r:id="rId4"/>
  </p:sldMasterIdLst>
  <p:notesMasterIdLst>
    <p:notesMasterId r:id="rId19"/>
  </p:notesMasterIdLst>
  <p:handoutMasterIdLst>
    <p:handoutMasterId r:id="rId20"/>
  </p:handoutMasterIdLst>
  <p:sldIdLst>
    <p:sldId id="256" r:id="rId5"/>
    <p:sldId id="292" r:id="rId6"/>
    <p:sldId id="297" r:id="rId7"/>
    <p:sldId id="298" r:id="rId8"/>
    <p:sldId id="299" r:id="rId9"/>
    <p:sldId id="300" r:id="rId10"/>
    <p:sldId id="301" r:id="rId11"/>
    <p:sldId id="302" r:id="rId12"/>
    <p:sldId id="309" r:id="rId13"/>
    <p:sldId id="310" r:id="rId14"/>
    <p:sldId id="308" r:id="rId15"/>
    <p:sldId id="304" r:id="rId16"/>
    <p:sldId id="305" r:id="rId17"/>
    <p:sldId id="307"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5359"/>
    <a:srgbClr val="969FA7"/>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12C8C85-51F0-491E-9774-3900AFEF0F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4994" autoAdjust="0"/>
  </p:normalViewPr>
  <p:slideViewPr>
    <p:cSldViewPr snapToGrid="0" showGuides="1">
      <p:cViewPr>
        <p:scale>
          <a:sx n="60" d="100"/>
          <a:sy n="60" d="100"/>
        </p:scale>
        <p:origin x="2484" y="936"/>
      </p:cViewPr>
      <p:guideLst/>
    </p:cSldViewPr>
  </p:slideViewPr>
  <p:outlineViewPr>
    <p:cViewPr>
      <p:scale>
        <a:sx n="33" d="100"/>
        <a:sy n="33" d="100"/>
      </p:scale>
      <p:origin x="0" y="-4982"/>
    </p:cViewPr>
  </p:outlineViewPr>
  <p:notesTextViewPr>
    <p:cViewPr>
      <p:scale>
        <a:sx n="1" d="1"/>
        <a:sy n="1" d="1"/>
      </p:scale>
      <p:origin x="0" y="0"/>
    </p:cViewPr>
  </p:notesTextViewPr>
  <p:sorterViewPr>
    <p:cViewPr varScale="1">
      <p:scale>
        <a:sx n="100" d="100"/>
        <a:sy n="100" d="100"/>
      </p:scale>
      <p:origin x="0" y="-1757"/>
    </p:cViewPr>
  </p:sorterViewPr>
  <p:notesViewPr>
    <p:cSldViewPr snapToGrid="0">
      <p:cViewPr varScale="1">
        <p:scale>
          <a:sx n="58" d="100"/>
          <a:sy n="58" d="100"/>
        </p:scale>
        <p:origin x="3240"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ata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3963F53-F30E-476E-B2A6-1775252BA65C}"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500DF8B9-0717-4DCE-9AE6-A7ED9B2B6EEC}">
      <dgm:prSet/>
      <dgm:spPr/>
      <dgm:t>
        <a:bodyPr/>
        <a:lstStyle/>
        <a:p>
          <a:pPr>
            <a:lnSpc>
              <a:spcPct val="100000"/>
            </a:lnSpc>
          </a:pPr>
          <a:r>
            <a:rPr lang="en-US" dirty="0"/>
            <a:t>Differential privacy is a mathematically rigorous framework for analyzing and sharing statistical information about datasets while safeguarding the privacy of individual participants.</a:t>
          </a:r>
        </a:p>
      </dgm:t>
    </dgm:pt>
    <dgm:pt modelId="{DBB88B58-0274-4349-BE35-739F9A52F56C}" type="parTrans" cxnId="{EAD60002-7F3C-4160-B0F5-1661E87AB8D8}">
      <dgm:prSet/>
      <dgm:spPr/>
      <dgm:t>
        <a:bodyPr/>
        <a:lstStyle/>
        <a:p>
          <a:endParaRPr lang="en-US"/>
        </a:p>
      </dgm:t>
    </dgm:pt>
    <dgm:pt modelId="{05F229B2-72D0-4235-B86B-0363C4C499CB}" type="sibTrans" cxnId="{EAD60002-7F3C-4160-B0F5-1661E87AB8D8}">
      <dgm:prSet/>
      <dgm:spPr/>
      <dgm:t>
        <a:bodyPr/>
        <a:lstStyle/>
        <a:p>
          <a:endParaRPr lang="en-US"/>
        </a:p>
      </dgm:t>
    </dgm:pt>
    <dgm:pt modelId="{0733DD9D-BEE1-454E-8208-7DF9BC5E8ED8}">
      <dgm:prSet/>
      <dgm:spPr/>
      <dgm:t>
        <a:bodyPr/>
        <a:lstStyle/>
        <a:p>
          <a:pPr>
            <a:lnSpc>
              <a:spcPct val="100000"/>
            </a:lnSpc>
          </a:pPr>
          <a:r>
            <a:rPr lang="en-US" dirty="0"/>
            <a:t>It states that if you run the same analysis on two datasets that are identical except for one individual record, the resulting outputs must be nearly indistinguishable.</a:t>
          </a:r>
        </a:p>
      </dgm:t>
    </dgm:pt>
    <dgm:pt modelId="{0817F2F2-D701-42D3-998D-426D303B03FB}" type="parTrans" cxnId="{0852C576-37D7-4B48-9839-263457000712}">
      <dgm:prSet/>
      <dgm:spPr/>
      <dgm:t>
        <a:bodyPr/>
        <a:lstStyle/>
        <a:p>
          <a:endParaRPr lang="en-US"/>
        </a:p>
      </dgm:t>
    </dgm:pt>
    <dgm:pt modelId="{F1A18BBF-B761-4F26-9AC3-2E6C332BB7B9}" type="sibTrans" cxnId="{0852C576-37D7-4B48-9839-263457000712}">
      <dgm:prSet/>
      <dgm:spPr/>
      <dgm:t>
        <a:bodyPr/>
        <a:lstStyle/>
        <a:p>
          <a:endParaRPr lang="en-US"/>
        </a:p>
      </dgm:t>
    </dgm:pt>
    <dgm:pt modelId="{65476821-2837-4615-9527-DE5EF9364261}">
      <dgm:prSet/>
      <dgm:spPr/>
      <dgm:t>
        <a:bodyPr/>
        <a:lstStyle/>
        <a:p>
          <a:pPr>
            <a:lnSpc>
              <a:spcPct val="100000"/>
            </a:lnSpc>
          </a:pPr>
          <a:r>
            <a:rPr lang="en-US" dirty="0"/>
            <a:t>It achieves this by injecting carefully calibrated random noise into data computations, ensuring that the aggregate patterns of a group can be analyzed without exposing specific individual records.</a:t>
          </a:r>
        </a:p>
      </dgm:t>
    </dgm:pt>
    <dgm:pt modelId="{5237836C-E57A-4618-B910-2B01D9B6084E}" type="parTrans" cxnId="{40505FA4-5B73-4919-96EA-0F97A230C96B}">
      <dgm:prSet/>
      <dgm:spPr/>
      <dgm:t>
        <a:bodyPr/>
        <a:lstStyle/>
        <a:p>
          <a:endParaRPr lang="en-US"/>
        </a:p>
      </dgm:t>
    </dgm:pt>
    <dgm:pt modelId="{1854CFED-3D35-40CA-8E91-83E23A027F0D}" type="sibTrans" cxnId="{40505FA4-5B73-4919-96EA-0F97A230C96B}">
      <dgm:prSet/>
      <dgm:spPr/>
      <dgm:t>
        <a:bodyPr/>
        <a:lstStyle/>
        <a:p>
          <a:endParaRPr lang="en-US"/>
        </a:p>
      </dgm:t>
    </dgm:pt>
    <dgm:pt modelId="{853406F5-53DB-49D6-B181-ECB2FAB9553B}" type="pres">
      <dgm:prSet presAssocID="{93963F53-F30E-476E-B2A6-1775252BA65C}" presName="root" presStyleCnt="0">
        <dgm:presLayoutVars>
          <dgm:dir/>
          <dgm:resizeHandles val="exact"/>
        </dgm:presLayoutVars>
      </dgm:prSet>
      <dgm:spPr/>
    </dgm:pt>
    <dgm:pt modelId="{CC75A96C-3CBA-416A-919C-08FC4CF6859C}" type="pres">
      <dgm:prSet presAssocID="{500DF8B9-0717-4DCE-9AE6-A7ED9B2B6EEC}" presName="compNode" presStyleCnt="0"/>
      <dgm:spPr/>
    </dgm:pt>
    <dgm:pt modelId="{28F4A0CB-5BEB-41A5-8A69-0F4A02480D33}" type="pres">
      <dgm:prSet presAssocID="{500DF8B9-0717-4DCE-9AE6-A7ED9B2B6EEC}" presName="bgRect" presStyleLbl="bgShp" presStyleIdx="0" presStyleCnt="3"/>
      <dgm:spPr/>
    </dgm:pt>
    <dgm:pt modelId="{A0D477AB-6258-4F04-B75C-5F8CAAFD9F56}" type="pres">
      <dgm:prSet presAssocID="{500DF8B9-0717-4DCE-9AE6-A7ED9B2B6EE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tatistics"/>
        </a:ext>
      </dgm:extLst>
    </dgm:pt>
    <dgm:pt modelId="{58D13A84-982F-4893-97DD-2FF94A3EB450}" type="pres">
      <dgm:prSet presAssocID="{500DF8B9-0717-4DCE-9AE6-A7ED9B2B6EEC}" presName="spaceRect" presStyleCnt="0"/>
      <dgm:spPr/>
    </dgm:pt>
    <dgm:pt modelId="{C9303571-40C8-451B-BC8D-3D33DA4BBC0D}" type="pres">
      <dgm:prSet presAssocID="{500DF8B9-0717-4DCE-9AE6-A7ED9B2B6EEC}" presName="parTx" presStyleLbl="revTx" presStyleIdx="0" presStyleCnt="3">
        <dgm:presLayoutVars>
          <dgm:chMax val="0"/>
          <dgm:chPref val="0"/>
        </dgm:presLayoutVars>
      </dgm:prSet>
      <dgm:spPr/>
    </dgm:pt>
    <dgm:pt modelId="{93F4D416-261D-4264-BC67-03DFDA5E65D6}" type="pres">
      <dgm:prSet presAssocID="{05F229B2-72D0-4235-B86B-0363C4C499CB}" presName="sibTrans" presStyleCnt="0"/>
      <dgm:spPr/>
    </dgm:pt>
    <dgm:pt modelId="{647B9D32-58FC-4AD7-B115-858BDC8B3698}" type="pres">
      <dgm:prSet presAssocID="{0733DD9D-BEE1-454E-8208-7DF9BC5E8ED8}" presName="compNode" presStyleCnt="0"/>
      <dgm:spPr/>
    </dgm:pt>
    <dgm:pt modelId="{A6C9E341-9E08-43EE-A8D6-0D177B5EE25C}" type="pres">
      <dgm:prSet presAssocID="{0733DD9D-BEE1-454E-8208-7DF9BC5E8ED8}" presName="bgRect" presStyleLbl="bgShp" presStyleIdx="1" presStyleCnt="3"/>
      <dgm:spPr/>
    </dgm:pt>
    <dgm:pt modelId="{758E08AA-A13D-4CF1-8B15-A01831D64D3C}" type="pres">
      <dgm:prSet presAssocID="{0733DD9D-BEE1-454E-8208-7DF9BC5E8ED8}"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atabase"/>
        </a:ext>
      </dgm:extLst>
    </dgm:pt>
    <dgm:pt modelId="{22B059D7-6EE4-408B-8B2B-5671B84BCF2C}" type="pres">
      <dgm:prSet presAssocID="{0733DD9D-BEE1-454E-8208-7DF9BC5E8ED8}" presName="spaceRect" presStyleCnt="0"/>
      <dgm:spPr/>
    </dgm:pt>
    <dgm:pt modelId="{99F7F6FA-8B31-48CC-9E4D-985DF5CB4DC9}" type="pres">
      <dgm:prSet presAssocID="{0733DD9D-BEE1-454E-8208-7DF9BC5E8ED8}" presName="parTx" presStyleLbl="revTx" presStyleIdx="1" presStyleCnt="3">
        <dgm:presLayoutVars>
          <dgm:chMax val="0"/>
          <dgm:chPref val="0"/>
        </dgm:presLayoutVars>
      </dgm:prSet>
      <dgm:spPr/>
    </dgm:pt>
    <dgm:pt modelId="{4D8C4E9E-FAA8-4B81-B3F1-2226E3FE3E2B}" type="pres">
      <dgm:prSet presAssocID="{F1A18BBF-B761-4F26-9AC3-2E6C332BB7B9}" presName="sibTrans" presStyleCnt="0"/>
      <dgm:spPr/>
    </dgm:pt>
    <dgm:pt modelId="{8E0A38A5-3690-41C3-B764-283026DA66E6}" type="pres">
      <dgm:prSet presAssocID="{65476821-2837-4615-9527-DE5EF9364261}" presName="compNode" presStyleCnt="0"/>
      <dgm:spPr/>
    </dgm:pt>
    <dgm:pt modelId="{CEBDC8C1-508C-465B-8DEB-17DD745DEAB1}" type="pres">
      <dgm:prSet presAssocID="{65476821-2837-4615-9527-DE5EF9364261}" presName="bgRect" presStyleLbl="bgShp" presStyleIdx="2" presStyleCnt="3"/>
      <dgm:spPr/>
    </dgm:pt>
    <dgm:pt modelId="{9198CDFD-B55D-4D6B-8A32-E0F8BA1B9F8E}" type="pres">
      <dgm:prSet presAssocID="{65476821-2837-4615-9527-DE5EF9364261}"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Rat"/>
        </a:ext>
      </dgm:extLst>
    </dgm:pt>
    <dgm:pt modelId="{74736C59-6A4F-42BA-917F-7D80B4256662}" type="pres">
      <dgm:prSet presAssocID="{65476821-2837-4615-9527-DE5EF9364261}" presName="spaceRect" presStyleCnt="0"/>
      <dgm:spPr/>
    </dgm:pt>
    <dgm:pt modelId="{CBF42BAB-8955-4CB1-93BF-7563AC26AF3D}" type="pres">
      <dgm:prSet presAssocID="{65476821-2837-4615-9527-DE5EF9364261}" presName="parTx" presStyleLbl="revTx" presStyleIdx="2" presStyleCnt="3">
        <dgm:presLayoutVars>
          <dgm:chMax val="0"/>
          <dgm:chPref val="0"/>
        </dgm:presLayoutVars>
      </dgm:prSet>
      <dgm:spPr/>
    </dgm:pt>
  </dgm:ptLst>
  <dgm:cxnLst>
    <dgm:cxn modelId="{EAD60002-7F3C-4160-B0F5-1661E87AB8D8}" srcId="{93963F53-F30E-476E-B2A6-1775252BA65C}" destId="{500DF8B9-0717-4DCE-9AE6-A7ED9B2B6EEC}" srcOrd="0" destOrd="0" parTransId="{DBB88B58-0274-4349-BE35-739F9A52F56C}" sibTransId="{05F229B2-72D0-4235-B86B-0363C4C499CB}"/>
    <dgm:cxn modelId="{59BCC919-B25B-40D1-83B2-0B6C3BBEE369}" type="presOf" srcId="{500DF8B9-0717-4DCE-9AE6-A7ED9B2B6EEC}" destId="{C9303571-40C8-451B-BC8D-3D33DA4BBC0D}" srcOrd="0" destOrd="0" presId="urn:microsoft.com/office/officeart/2018/2/layout/IconVerticalSolidList"/>
    <dgm:cxn modelId="{D48B8E3C-C73C-4BAF-A1DD-F9ACEAE6A3AE}" type="presOf" srcId="{65476821-2837-4615-9527-DE5EF9364261}" destId="{CBF42BAB-8955-4CB1-93BF-7563AC26AF3D}" srcOrd="0" destOrd="0" presId="urn:microsoft.com/office/officeart/2018/2/layout/IconVerticalSolidList"/>
    <dgm:cxn modelId="{0852C576-37D7-4B48-9839-263457000712}" srcId="{93963F53-F30E-476E-B2A6-1775252BA65C}" destId="{0733DD9D-BEE1-454E-8208-7DF9BC5E8ED8}" srcOrd="1" destOrd="0" parTransId="{0817F2F2-D701-42D3-998D-426D303B03FB}" sibTransId="{F1A18BBF-B761-4F26-9AC3-2E6C332BB7B9}"/>
    <dgm:cxn modelId="{3CED737D-C892-4D1F-AC70-36DA4F5F3DF4}" type="presOf" srcId="{93963F53-F30E-476E-B2A6-1775252BA65C}" destId="{853406F5-53DB-49D6-B181-ECB2FAB9553B}" srcOrd="0" destOrd="0" presId="urn:microsoft.com/office/officeart/2018/2/layout/IconVerticalSolidList"/>
    <dgm:cxn modelId="{40505FA4-5B73-4919-96EA-0F97A230C96B}" srcId="{93963F53-F30E-476E-B2A6-1775252BA65C}" destId="{65476821-2837-4615-9527-DE5EF9364261}" srcOrd="2" destOrd="0" parTransId="{5237836C-E57A-4618-B910-2B01D9B6084E}" sibTransId="{1854CFED-3D35-40CA-8E91-83E23A027F0D}"/>
    <dgm:cxn modelId="{8C4DF4D0-4A56-4142-B2B2-BF37058A8067}" type="presOf" srcId="{0733DD9D-BEE1-454E-8208-7DF9BC5E8ED8}" destId="{99F7F6FA-8B31-48CC-9E4D-985DF5CB4DC9}" srcOrd="0" destOrd="0" presId="urn:microsoft.com/office/officeart/2018/2/layout/IconVerticalSolidList"/>
    <dgm:cxn modelId="{53C0E934-3886-4994-BF75-A0C23A0FC0D7}" type="presParOf" srcId="{853406F5-53DB-49D6-B181-ECB2FAB9553B}" destId="{CC75A96C-3CBA-416A-919C-08FC4CF6859C}" srcOrd="0" destOrd="0" presId="urn:microsoft.com/office/officeart/2018/2/layout/IconVerticalSolidList"/>
    <dgm:cxn modelId="{D452950B-1ABB-41F1-969D-0FD0CAA59C50}" type="presParOf" srcId="{CC75A96C-3CBA-416A-919C-08FC4CF6859C}" destId="{28F4A0CB-5BEB-41A5-8A69-0F4A02480D33}" srcOrd="0" destOrd="0" presId="urn:microsoft.com/office/officeart/2018/2/layout/IconVerticalSolidList"/>
    <dgm:cxn modelId="{937B5965-6675-4A51-9299-319185E9F818}" type="presParOf" srcId="{CC75A96C-3CBA-416A-919C-08FC4CF6859C}" destId="{A0D477AB-6258-4F04-B75C-5F8CAAFD9F56}" srcOrd="1" destOrd="0" presId="urn:microsoft.com/office/officeart/2018/2/layout/IconVerticalSolidList"/>
    <dgm:cxn modelId="{B4635C2F-1EB7-40E1-B16B-6C1859ABEB68}" type="presParOf" srcId="{CC75A96C-3CBA-416A-919C-08FC4CF6859C}" destId="{58D13A84-982F-4893-97DD-2FF94A3EB450}" srcOrd="2" destOrd="0" presId="urn:microsoft.com/office/officeart/2018/2/layout/IconVerticalSolidList"/>
    <dgm:cxn modelId="{A9DCA81E-9687-4C74-8F83-F25E5C8F9E8E}" type="presParOf" srcId="{CC75A96C-3CBA-416A-919C-08FC4CF6859C}" destId="{C9303571-40C8-451B-BC8D-3D33DA4BBC0D}" srcOrd="3" destOrd="0" presId="urn:microsoft.com/office/officeart/2018/2/layout/IconVerticalSolidList"/>
    <dgm:cxn modelId="{A9F5C3F0-DCC6-47D6-A0FB-2E7B246F9003}" type="presParOf" srcId="{853406F5-53DB-49D6-B181-ECB2FAB9553B}" destId="{93F4D416-261D-4264-BC67-03DFDA5E65D6}" srcOrd="1" destOrd="0" presId="urn:microsoft.com/office/officeart/2018/2/layout/IconVerticalSolidList"/>
    <dgm:cxn modelId="{74F12665-599B-4A4A-9776-AA8A63CEDD48}" type="presParOf" srcId="{853406F5-53DB-49D6-B181-ECB2FAB9553B}" destId="{647B9D32-58FC-4AD7-B115-858BDC8B3698}" srcOrd="2" destOrd="0" presId="urn:microsoft.com/office/officeart/2018/2/layout/IconVerticalSolidList"/>
    <dgm:cxn modelId="{6DC6A84B-1A91-43CD-A15F-0FA857202B64}" type="presParOf" srcId="{647B9D32-58FC-4AD7-B115-858BDC8B3698}" destId="{A6C9E341-9E08-43EE-A8D6-0D177B5EE25C}" srcOrd="0" destOrd="0" presId="urn:microsoft.com/office/officeart/2018/2/layout/IconVerticalSolidList"/>
    <dgm:cxn modelId="{E0CCEB89-2918-42D2-A1C9-CC32BE2951C8}" type="presParOf" srcId="{647B9D32-58FC-4AD7-B115-858BDC8B3698}" destId="{758E08AA-A13D-4CF1-8B15-A01831D64D3C}" srcOrd="1" destOrd="0" presId="urn:microsoft.com/office/officeart/2018/2/layout/IconVerticalSolidList"/>
    <dgm:cxn modelId="{3BCBF90D-EBC6-49AC-945F-B463A82F0246}" type="presParOf" srcId="{647B9D32-58FC-4AD7-B115-858BDC8B3698}" destId="{22B059D7-6EE4-408B-8B2B-5671B84BCF2C}" srcOrd="2" destOrd="0" presId="urn:microsoft.com/office/officeart/2018/2/layout/IconVerticalSolidList"/>
    <dgm:cxn modelId="{153CF4AB-A784-463E-A4A9-196DB35B689D}" type="presParOf" srcId="{647B9D32-58FC-4AD7-B115-858BDC8B3698}" destId="{99F7F6FA-8B31-48CC-9E4D-985DF5CB4DC9}" srcOrd="3" destOrd="0" presId="urn:microsoft.com/office/officeart/2018/2/layout/IconVerticalSolidList"/>
    <dgm:cxn modelId="{FCC75D39-64D9-4775-A52D-6CD65602306C}" type="presParOf" srcId="{853406F5-53DB-49D6-B181-ECB2FAB9553B}" destId="{4D8C4E9E-FAA8-4B81-B3F1-2226E3FE3E2B}" srcOrd="3" destOrd="0" presId="urn:microsoft.com/office/officeart/2018/2/layout/IconVerticalSolidList"/>
    <dgm:cxn modelId="{D5D0450B-FFFF-487E-A6A5-B17D4D6DC538}" type="presParOf" srcId="{853406F5-53DB-49D6-B181-ECB2FAB9553B}" destId="{8E0A38A5-3690-41C3-B764-283026DA66E6}" srcOrd="4" destOrd="0" presId="urn:microsoft.com/office/officeart/2018/2/layout/IconVerticalSolidList"/>
    <dgm:cxn modelId="{DEB79163-A816-4FD9-83C1-05100CBEB209}" type="presParOf" srcId="{8E0A38A5-3690-41C3-B764-283026DA66E6}" destId="{CEBDC8C1-508C-465B-8DEB-17DD745DEAB1}" srcOrd="0" destOrd="0" presId="urn:microsoft.com/office/officeart/2018/2/layout/IconVerticalSolidList"/>
    <dgm:cxn modelId="{E3B28CEF-69CA-4FED-B7B3-731E0EABE325}" type="presParOf" srcId="{8E0A38A5-3690-41C3-B764-283026DA66E6}" destId="{9198CDFD-B55D-4D6B-8A32-E0F8BA1B9F8E}" srcOrd="1" destOrd="0" presId="urn:microsoft.com/office/officeart/2018/2/layout/IconVerticalSolidList"/>
    <dgm:cxn modelId="{F53FEC89-4489-4792-A910-6919951ED7A2}" type="presParOf" srcId="{8E0A38A5-3690-41C3-B764-283026DA66E6}" destId="{74736C59-6A4F-42BA-917F-7D80B4256662}" srcOrd="2" destOrd="0" presId="urn:microsoft.com/office/officeart/2018/2/layout/IconVerticalSolidList"/>
    <dgm:cxn modelId="{ADCB7AA8-1692-44C7-A0C0-E0200F05E7CA}" type="presParOf" srcId="{8E0A38A5-3690-41C3-B764-283026DA66E6}" destId="{CBF42BAB-8955-4CB1-93BF-7563AC26AF3D}"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F3A0E5B-031A-46B4-89AE-BB3C2BD62943}" type="doc">
      <dgm:prSet loTypeId="urn:microsoft.com/office/officeart/2018/5/layout/IconCircleLabelList" loCatId="icon" qsTypeId="urn:microsoft.com/office/officeart/2005/8/quickstyle/simple1" qsCatId="simple" csTypeId="urn:microsoft.com/office/officeart/2005/8/colors/accent1_2" csCatId="accent1" phldr="1"/>
      <dgm:spPr/>
      <dgm:t>
        <a:bodyPr/>
        <a:lstStyle/>
        <a:p>
          <a:endParaRPr lang="en-US"/>
        </a:p>
      </dgm:t>
    </dgm:pt>
    <dgm:pt modelId="{55BBC47C-C8B7-40DD-83A4-443DEF467975}">
      <dgm:prSet/>
      <dgm:spPr/>
      <dgm:t>
        <a:bodyPr/>
        <a:lstStyle/>
        <a:p>
          <a:pPr>
            <a:lnSpc>
              <a:spcPct val="100000"/>
            </a:lnSpc>
            <a:defRPr cap="all"/>
          </a:pPr>
          <a:r>
            <a:rPr lang="en-IN" dirty="0"/>
            <a:t>Re-identification and Linkage Attacks</a:t>
          </a:r>
          <a:endParaRPr lang="en-US" dirty="0"/>
        </a:p>
      </dgm:t>
    </dgm:pt>
    <dgm:pt modelId="{CCBA077B-77D4-4A6B-A446-57293DE60BB7}" type="parTrans" cxnId="{9C300BD1-ADE3-4E7B-B545-B2D3860E71B6}">
      <dgm:prSet/>
      <dgm:spPr/>
      <dgm:t>
        <a:bodyPr/>
        <a:lstStyle/>
        <a:p>
          <a:endParaRPr lang="en-US"/>
        </a:p>
      </dgm:t>
    </dgm:pt>
    <dgm:pt modelId="{3A2924E9-4B46-4298-8055-2681938AF42C}" type="sibTrans" cxnId="{9C300BD1-ADE3-4E7B-B545-B2D3860E71B6}">
      <dgm:prSet/>
      <dgm:spPr/>
      <dgm:t>
        <a:bodyPr/>
        <a:lstStyle/>
        <a:p>
          <a:endParaRPr lang="en-US"/>
        </a:p>
      </dgm:t>
    </dgm:pt>
    <dgm:pt modelId="{F252483D-8692-4B96-86FC-BBA6439E9574}">
      <dgm:prSet/>
      <dgm:spPr/>
      <dgm:t>
        <a:bodyPr/>
        <a:lstStyle/>
        <a:p>
          <a:pPr>
            <a:lnSpc>
              <a:spcPct val="100000"/>
            </a:lnSpc>
            <a:defRPr cap="all"/>
          </a:pPr>
          <a:r>
            <a:rPr lang="en-US" dirty="0"/>
            <a:t>Data Silos and Restricted Sharing</a:t>
          </a:r>
        </a:p>
      </dgm:t>
    </dgm:pt>
    <dgm:pt modelId="{7D254AE0-3DD0-4A2D-9D65-9695DBE126E1}" type="parTrans" cxnId="{4CB4E1B7-C770-45E8-9C4B-0B9BF2AD982E}">
      <dgm:prSet/>
      <dgm:spPr/>
      <dgm:t>
        <a:bodyPr/>
        <a:lstStyle/>
        <a:p>
          <a:endParaRPr lang="en-US"/>
        </a:p>
      </dgm:t>
    </dgm:pt>
    <dgm:pt modelId="{2E0F871B-938D-4094-84FA-91582F3C0FCC}" type="sibTrans" cxnId="{4CB4E1B7-C770-45E8-9C4B-0B9BF2AD982E}">
      <dgm:prSet/>
      <dgm:spPr/>
      <dgm:t>
        <a:bodyPr/>
        <a:lstStyle/>
        <a:p>
          <a:endParaRPr lang="en-US"/>
        </a:p>
      </dgm:t>
    </dgm:pt>
    <dgm:pt modelId="{842DBAC7-CCB6-40BA-BF87-666D83B4B0A1}">
      <dgm:prSet/>
      <dgm:spPr/>
      <dgm:t>
        <a:bodyPr/>
        <a:lstStyle/>
        <a:p>
          <a:pPr>
            <a:lnSpc>
              <a:spcPct val="100000"/>
            </a:lnSpc>
            <a:defRPr cap="all"/>
          </a:pPr>
          <a:r>
            <a:rPr lang="en-IN" dirty="0"/>
            <a:t>Unquantifiable Privacy Loss</a:t>
          </a:r>
          <a:endParaRPr lang="en-US" dirty="0"/>
        </a:p>
      </dgm:t>
    </dgm:pt>
    <dgm:pt modelId="{DBB257C1-9AFB-4A0D-A8A1-010756386BC4}" type="parTrans" cxnId="{646BADCA-9D6C-4D5F-BF98-9314090D8F0F}">
      <dgm:prSet/>
      <dgm:spPr/>
      <dgm:t>
        <a:bodyPr/>
        <a:lstStyle/>
        <a:p>
          <a:endParaRPr lang="en-US"/>
        </a:p>
      </dgm:t>
    </dgm:pt>
    <dgm:pt modelId="{6BCD34B6-AC9C-4643-B2D9-66B8B7494F7E}" type="sibTrans" cxnId="{646BADCA-9D6C-4D5F-BF98-9314090D8F0F}">
      <dgm:prSet/>
      <dgm:spPr/>
      <dgm:t>
        <a:bodyPr/>
        <a:lstStyle/>
        <a:p>
          <a:endParaRPr lang="en-US"/>
        </a:p>
      </dgm:t>
    </dgm:pt>
    <dgm:pt modelId="{CB15F3CA-2048-4157-AE2A-198A762C923D}" type="pres">
      <dgm:prSet presAssocID="{9F3A0E5B-031A-46B4-89AE-BB3C2BD62943}" presName="root" presStyleCnt="0">
        <dgm:presLayoutVars>
          <dgm:dir/>
          <dgm:resizeHandles val="exact"/>
        </dgm:presLayoutVars>
      </dgm:prSet>
      <dgm:spPr/>
    </dgm:pt>
    <dgm:pt modelId="{5C196A7E-81CF-4D97-BAC2-6F05C2ED5752}" type="pres">
      <dgm:prSet presAssocID="{55BBC47C-C8B7-40DD-83A4-443DEF467975}" presName="compNode" presStyleCnt="0"/>
      <dgm:spPr/>
    </dgm:pt>
    <dgm:pt modelId="{58CE6E05-6A6F-481C-8C7A-7E53006635AF}" type="pres">
      <dgm:prSet presAssocID="{55BBC47C-C8B7-40DD-83A4-443DEF467975}" presName="iconBgRect" presStyleLbl="bgShp" presStyleIdx="0" presStyleCnt="3"/>
      <dgm:spPr/>
    </dgm:pt>
    <dgm:pt modelId="{5362B4F4-191B-4E97-BD55-51A675AC1463}" type="pres">
      <dgm:prSet presAssocID="{55BBC47C-C8B7-40DD-83A4-443DEF467975}"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Link"/>
        </a:ext>
      </dgm:extLst>
    </dgm:pt>
    <dgm:pt modelId="{708CD3AC-6BF6-4B71-8857-943B9D1CB98E}" type="pres">
      <dgm:prSet presAssocID="{55BBC47C-C8B7-40DD-83A4-443DEF467975}" presName="spaceRect" presStyleCnt="0"/>
      <dgm:spPr/>
    </dgm:pt>
    <dgm:pt modelId="{EFF85D65-3780-4345-AB0D-9FD195753844}" type="pres">
      <dgm:prSet presAssocID="{55BBC47C-C8B7-40DD-83A4-443DEF467975}" presName="textRect" presStyleLbl="revTx" presStyleIdx="0" presStyleCnt="3">
        <dgm:presLayoutVars>
          <dgm:chMax val="1"/>
          <dgm:chPref val="1"/>
        </dgm:presLayoutVars>
      </dgm:prSet>
      <dgm:spPr/>
    </dgm:pt>
    <dgm:pt modelId="{979F92A2-2946-43CA-8506-9424B3922A39}" type="pres">
      <dgm:prSet presAssocID="{3A2924E9-4B46-4298-8055-2681938AF42C}" presName="sibTrans" presStyleCnt="0"/>
      <dgm:spPr/>
    </dgm:pt>
    <dgm:pt modelId="{F4B65D29-AAE1-4388-A10D-520CA00F240A}" type="pres">
      <dgm:prSet presAssocID="{F252483D-8692-4B96-86FC-BBA6439E9574}" presName="compNode" presStyleCnt="0"/>
      <dgm:spPr/>
    </dgm:pt>
    <dgm:pt modelId="{D8B04983-FCFF-4E6A-B6CF-22F6CB5C80F6}" type="pres">
      <dgm:prSet presAssocID="{F252483D-8692-4B96-86FC-BBA6439E9574}" presName="iconBgRect" presStyleLbl="bgShp" presStyleIdx="1" presStyleCnt="3"/>
      <dgm:spPr/>
    </dgm:pt>
    <dgm:pt modelId="{628D47F0-914B-4ACE-93D5-7EC3CB4CD431}" type="pres">
      <dgm:prSet presAssocID="{F252483D-8692-4B96-86FC-BBA6439E957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User"/>
        </a:ext>
      </dgm:extLst>
    </dgm:pt>
    <dgm:pt modelId="{CFA526E1-54D3-4B0F-8ED8-9AE4A6DC43F9}" type="pres">
      <dgm:prSet presAssocID="{F252483D-8692-4B96-86FC-BBA6439E9574}" presName="spaceRect" presStyleCnt="0"/>
      <dgm:spPr/>
    </dgm:pt>
    <dgm:pt modelId="{EC6EC246-196F-4D89-8353-A978FE9EED5D}" type="pres">
      <dgm:prSet presAssocID="{F252483D-8692-4B96-86FC-BBA6439E9574}" presName="textRect" presStyleLbl="revTx" presStyleIdx="1" presStyleCnt="3">
        <dgm:presLayoutVars>
          <dgm:chMax val="1"/>
          <dgm:chPref val="1"/>
        </dgm:presLayoutVars>
      </dgm:prSet>
      <dgm:spPr/>
    </dgm:pt>
    <dgm:pt modelId="{E4D38769-2976-498F-BE39-8141DF5638CF}" type="pres">
      <dgm:prSet presAssocID="{2E0F871B-938D-4094-84FA-91582F3C0FCC}" presName="sibTrans" presStyleCnt="0"/>
      <dgm:spPr/>
    </dgm:pt>
    <dgm:pt modelId="{EDC4C257-A9F1-4C5C-8D4C-A0B29B7B211F}" type="pres">
      <dgm:prSet presAssocID="{842DBAC7-CCB6-40BA-BF87-666D83B4B0A1}" presName="compNode" presStyleCnt="0"/>
      <dgm:spPr/>
    </dgm:pt>
    <dgm:pt modelId="{3AA2BC9D-A7C4-46EE-8620-04D74DEBC092}" type="pres">
      <dgm:prSet presAssocID="{842DBAC7-CCB6-40BA-BF87-666D83B4B0A1}" presName="iconBgRect" presStyleLbl="bgShp" presStyleIdx="2" presStyleCnt="3"/>
      <dgm:spPr/>
    </dgm:pt>
    <dgm:pt modelId="{44F7112C-61E8-47D9-B460-BF755724D4D1}" type="pres">
      <dgm:prSet presAssocID="{842DBAC7-CCB6-40BA-BF87-666D83B4B0A1}"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Lock"/>
        </a:ext>
      </dgm:extLst>
    </dgm:pt>
    <dgm:pt modelId="{0BDA0D81-2891-481A-9EA1-00D257FCBE55}" type="pres">
      <dgm:prSet presAssocID="{842DBAC7-CCB6-40BA-BF87-666D83B4B0A1}" presName="spaceRect" presStyleCnt="0"/>
      <dgm:spPr/>
    </dgm:pt>
    <dgm:pt modelId="{6D5A54A2-DD18-4D7E-ACEC-6646D854E564}" type="pres">
      <dgm:prSet presAssocID="{842DBAC7-CCB6-40BA-BF87-666D83B4B0A1}" presName="textRect" presStyleLbl="revTx" presStyleIdx="2" presStyleCnt="3">
        <dgm:presLayoutVars>
          <dgm:chMax val="1"/>
          <dgm:chPref val="1"/>
        </dgm:presLayoutVars>
      </dgm:prSet>
      <dgm:spPr/>
    </dgm:pt>
  </dgm:ptLst>
  <dgm:cxnLst>
    <dgm:cxn modelId="{5D2C0528-30C5-4D40-9672-7CEDE94AF84D}" type="presOf" srcId="{9F3A0E5B-031A-46B4-89AE-BB3C2BD62943}" destId="{CB15F3CA-2048-4157-AE2A-198A762C923D}" srcOrd="0" destOrd="0" presId="urn:microsoft.com/office/officeart/2018/5/layout/IconCircleLabelList"/>
    <dgm:cxn modelId="{0D905590-3222-4B59-AB62-BDB946B43A59}" type="presOf" srcId="{55BBC47C-C8B7-40DD-83A4-443DEF467975}" destId="{EFF85D65-3780-4345-AB0D-9FD195753844}" srcOrd="0" destOrd="0" presId="urn:microsoft.com/office/officeart/2018/5/layout/IconCircleLabelList"/>
    <dgm:cxn modelId="{4CB4E1B7-C770-45E8-9C4B-0B9BF2AD982E}" srcId="{9F3A0E5B-031A-46B4-89AE-BB3C2BD62943}" destId="{F252483D-8692-4B96-86FC-BBA6439E9574}" srcOrd="1" destOrd="0" parTransId="{7D254AE0-3DD0-4A2D-9D65-9695DBE126E1}" sibTransId="{2E0F871B-938D-4094-84FA-91582F3C0FCC}"/>
    <dgm:cxn modelId="{646BADCA-9D6C-4D5F-BF98-9314090D8F0F}" srcId="{9F3A0E5B-031A-46B4-89AE-BB3C2BD62943}" destId="{842DBAC7-CCB6-40BA-BF87-666D83B4B0A1}" srcOrd="2" destOrd="0" parTransId="{DBB257C1-9AFB-4A0D-A8A1-010756386BC4}" sibTransId="{6BCD34B6-AC9C-4643-B2D9-66B8B7494F7E}"/>
    <dgm:cxn modelId="{9C300BD1-ADE3-4E7B-B545-B2D3860E71B6}" srcId="{9F3A0E5B-031A-46B4-89AE-BB3C2BD62943}" destId="{55BBC47C-C8B7-40DD-83A4-443DEF467975}" srcOrd="0" destOrd="0" parTransId="{CCBA077B-77D4-4A6B-A446-57293DE60BB7}" sibTransId="{3A2924E9-4B46-4298-8055-2681938AF42C}"/>
    <dgm:cxn modelId="{D99DC2DA-556B-4DBB-AE25-1E9880E7A52B}" type="presOf" srcId="{F252483D-8692-4B96-86FC-BBA6439E9574}" destId="{EC6EC246-196F-4D89-8353-A978FE9EED5D}" srcOrd="0" destOrd="0" presId="urn:microsoft.com/office/officeart/2018/5/layout/IconCircleLabelList"/>
    <dgm:cxn modelId="{31A31FE3-DCEE-423F-9857-F43724B83C56}" type="presOf" srcId="{842DBAC7-CCB6-40BA-BF87-666D83B4B0A1}" destId="{6D5A54A2-DD18-4D7E-ACEC-6646D854E564}" srcOrd="0" destOrd="0" presId="urn:microsoft.com/office/officeart/2018/5/layout/IconCircleLabelList"/>
    <dgm:cxn modelId="{8B485E30-F1D6-4A42-98A4-553358BB38A6}" type="presParOf" srcId="{CB15F3CA-2048-4157-AE2A-198A762C923D}" destId="{5C196A7E-81CF-4D97-BAC2-6F05C2ED5752}" srcOrd="0" destOrd="0" presId="urn:microsoft.com/office/officeart/2018/5/layout/IconCircleLabelList"/>
    <dgm:cxn modelId="{C8A2E575-46CD-4ED3-A8A5-901C2D6D9DBB}" type="presParOf" srcId="{5C196A7E-81CF-4D97-BAC2-6F05C2ED5752}" destId="{58CE6E05-6A6F-481C-8C7A-7E53006635AF}" srcOrd="0" destOrd="0" presId="urn:microsoft.com/office/officeart/2018/5/layout/IconCircleLabelList"/>
    <dgm:cxn modelId="{82B910B7-3777-4691-8F8D-119F43BE7427}" type="presParOf" srcId="{5C196A7E-81CF-4D97-BAC2-6F05C2ED5752}" destId="{5362B4F4-191B-4E97-BD55-51A675AC1463}" srcOrd="1" destOrd="0" presId="urn:microsoft.com/office/officeart/2018/5/layout/IconCircleLabelList"/>
    <dgm:cxn modelId="{409D2FF1-13B1-4DCC-9ACF-14459B2B2F91}" type="presParOf" srcId="{5C196A7E-81CF-4D97-BAC2-6F05C2ED5752}" destId="{708CD3AC-6BF6-4B71-8857-943B9D1CB98E}" srcOrd="2" destOrd="0" presId="urn:microsoft.com/office/officeart/2018/5/layout/IconCircleLabelList"/>
    <dgm:cxn modelId="{3C39D40E-A42F-45C7-A8AC-C05CB6C265F1}" type="presParOf" srcId="{5C196A7E-81CF-4D97-BAC2-6F05C2ED5752}" destId="{EFF85D65-3780-4345-AB0D-9FD195753844}" srcOrd="3" destOrd="0" presId="urn:microsoft.com/office/officeart/2018/5/layout/IconCircleLabelList"/>
    <dgm:cxn modelId="{02147D60-BAFC-43A0-8E79-530F3ADB439D}" type="presParOf" srcId="{CB15F3CA-2048-4157-AE2A-198A762C923D}" destId="{979F92A2-2946-43CA-8506-9424B3922A39}" srcOrd="1" destOrd="0" presId="urn:microsoft.com/office/officeart/2018/5/layout/IconCircleLabelList"/>
    <dgm:cxn modelId="{B0E91EDB-6A38-470B-B7FF-48080FE0F44F}" type="presParOf" srcId="{CB15F3CA-2048-4157-AE2A-198A762C923D}" destId="{F4B65D29-AAE1-4388-A10D-520CA00F240A}" srcOrd="2" destOrd="0" presId="urn:microsoft.com/office/officeart/2018/5/layout/IconCircleLabelList"/>
    <dgm:cxn modelId="{6CCF5FA9-46F0-4D44-A80F-63748E89161B}" type="presParOf" srcId="{F4B65D29-AAE1-4388-A10D-520CA00F240A}" destId="{D8B04983-FCFF-4E6A-B6CF-22F6CB5C80F6}" srcOrd="0" destOrd="0" presId="urn:microsoft.com/office/officeart/2018/5/layout/IconCircleLabelList"/>
    <dgm:cxn modelId="{CB0F5076-5E8B-48A3-897D-97EA49312635}" type="presParOf" srcId="{F4B65D29-AAE1-4388-A10D-520CA00F240A}" destId="{628D47F0-914B-4ACE-93D5-7EC3CB4CD431}" srcOrd="1" destOrd="0" presId="urn:microsoft.com/office/officeart/2018/5/layout/IconCircleLabelList"/>
    <dgm:cxn modelId="{330BB370-B038-46FC-B406-265361499E04}" type="presParOf" srcId="{F4B65D29-AAE1-4388-A10D-520CA00F240A}" destId="{CFA526E1-54D3-4B0F-8ED8-9AE4A6DC43F9}" srcOrd="2" destOrd="0" presId="urn:microsoft.com/office/officeart/2018/5/layout/IconCircleLabelList"/>
    <dgm:cxn modelId="{84A0E656-776D-4B25-86FF-CBBDEDB68598}" type="presParOf" srcId="{F4B65D29-AAE1-4388-A10D-520CA00F240A}" destId="{EC6EC246-196F-4D89-8353-A978FE9EED5D}" srcOrd="3" destOrd="0" presId="urn:microsoft.com/office/officeart/2018/5/layout/IconCircleLabelList"/>
    <dgm:cxn modelId="{87DD8E0A-45AF-4B05-984D-9DB2146C91C2}" type="presParOf" srcId="{CB15F3CA-2048-4157-AE2A-198A762C923D}" destId="{E4D38769-2976-498F-BE39-8141DF5638CF}" srcOrd="3" destOrd="0" presId="urn:microsoft.com/office/officeart/2018/5/layout/IconCircleLabelList"/>
    <dgm:cxn modelId="{E2B0C35C-D7D7-48B1-97F3-2747C2A5E56C}" type="presParOf" srcId="{CB15F3CA-2048-4157-AE2A-198A762C923D}" destId="{EDC4C257-A9F1-4C5C-8D4C-A0B29B7B211F}" srcOrd="4" destOrd="0" presId="urn:microsoft.com/office/officeart/2018/5/layout/IconCircleLabelList"/>
    <dgm:cxn modelId="{C923A191-75C1-4F74-92B0-F4EF417B8CF6}" type="presParOf" srcId="{EDC4C257-A9F1-4C5C-8D4C-A0B29B7B211F}" destId="{3AA2BC9D-A7C4-46EE-8620-04D74DEBC092}" srcOrd="0" destOrd="0" presId="urn:microsoft.com/office/officeart/2018/5/layout/IconCircleLabelList"/>
    <dgm:cxn modelId="{61EE5A1E-AD0B-40AB-9653-B27076B253AD}" type="presParOf" srcId="{EDC4C257-A9F1-4C5C-8D4C-A0B29B7B211F}" destId="{44F7112C-61E8-47D9-B460-BF755724D4D1}" srcOrd="1" destOrd="0" presId="urn:microsoft.com/office/officeart/2018/5/layout/IconCircleLabelList"/>
    <dgm:cxn modelId="{960F8321-9CD5-4C28-8DB6-B040E4705B54}" type="presParOf" srcId="{EDC4C257-A9F1-4C5C-8D4C-A0B29B7B211F}" destId="{0BDA0D81-2891-481A-9EA1-00D257FCBE55}" srcOrd="2" destOrd="0" presId="urn:microsoft.com/office/officeart/2018/5/layout/IconCircleLabelList"/>
    <dgm:cxn modelId="{FC0F21BA-6B75-4B55-BD9D-DCFCFB7F4726}" type="presParOf" srcId="{EDC4C257-A9F1-4C5C-8D4C-A0B29B7B211F}" destId="{6D5A54A2-DD18-4D7E-ACEC-6646D854E564}"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6F7979D-E584-44DD-8A16-FFF57097FD24}" type="doc">
      <dgm:prSet loTypeId="urn:microsoft.com/office/officeart/2016/7/layout/ChevronBlockProcess" loCatId="process" qsTypeId="urn:microsoft.com/office/officeart/2005/8/quickstyle/simple1" qsCatId="simple" csTypeId="urn:microsoft.com/office/officeart/2005/8/colors/accent1_2" csCatId="accent1" phldr="1"/>
      <dgm:spPr/>
      <dgm:t>
        <a:bodyPr/>
        <a:lstStyle/>
        <a:p>
          <a:endParaRPr lang="en-IN"/>
        </a:p>
      </dgm:t>
    </dgm:pt>
    <dgm:pt modelId="{F4AD9223-6E35-42E5-99BF-61520E5C54E3}">
      <dgm:prSet phldrT="[Text]"/>
      <dgm:spPr/>
      <dgm:t>
        <a:bodyPr/>
        <a:lstStyle/>
        <a:p>
          <a:r>
            <a:rPr lang="en-IN" dirty="0"/>
            <a:t>Data</a:t>
          </a:r>
        </a:p>
      </dgm:t>
    </dgm:pt>
    <dgm:pt modelId="{2E1806D0-6261-4524-8DFD-82A3759340E8}" type="parTrans" cxnId="{07337A5E-98FA-4453-990C-9D6C640C66B4}">
      <dgm:prSet/>
      <dgm:spPr/>
      <dgm:t>
        <a:bodyPr/>
        <a:lstStyle/>
        <a:p>
          <a:endParaRPr lang="en-IN"/>
        </a:p>
      </dgm:t>
    </dgm:pt>
    <dgm:pt modelId="{1B6AF86D-9BEE-4D66-BFBC-82E24C59AC51}" type="sibTrans" cxnId="{07337A5E-98FA-4453-990C-9D6C640C66B4}">
      <dgm:prSet/>
      <dgm:spPr/>
      <dgm:t>
        <a:bodyPr/>
        <a:lstStyle/>
        <a:p>
          <a:endParaRPr lang="en-IN"/>
        </a:p>
      </dgm:t>
    </dgm:pt>
    <dgm:pt modelId="{A6E0997F-0527-4B77-A99E-CAF9F43F657E}">
      <dgm:prSet phldrT="[Text]" custT="1"/>
      <dgm:spPr/>
      <dgm:t>
        <a:bodyPr/>
        <a:lstStyle/>
        <a:p>
          <a:pPr>
            <a:buFont typeface="Arial" panose="020B0604020202020204" pitchFamily="34" charset="0"/>
            <a:buNone/>
          </a:pPr>
          <a:r>
            <a:rPr lang="en-IN" sz="1800" dirty="0"/>
            <a:t>Load and process the dataset</a:t>
          </a:r>
        </a:p>
      </dgm:t>
    </dgm:pt>
    <dgm:pt modelId="{0C9BB2CF-6E1E-443A-877F-2E1B4D91EF0D}" type="parTrans" cxnId="{6032A358-08C9-4126-8EAE-FA07E78228B1}">
      <dgm:prSet/>
      <dgm:spPr/>
      <dgm:t>
        <a:bodyPr/>
        <a:lstStyle/>
        <a:p>
          <a:endParaRPr lang="en-IN"/>
        </a:p>
      </dgm:t>
    </dgm:pt>
    <dgm:pt modelId="{7BBF8205-8E57-4066-8CD5-8F3138BB1C0C}" type="sibTrans" cxnId="{6032A358-08C9-4126-8EAE-FA07E78228B1}">
      <dgm:prSet/>
      <dgm:spPr/>
      <dgm:t>
        <a:bodyPr/>
        <a:lstStyle/>
        <a:p>
          <a:endParaRPr lang="en-IN"/>
        </a:p>
      </dgm:t>
    </dgm:pt>
    <dgm:pt modelId="{AA05F67E-8E8D-4E4D-B9F6-3971F7EB4835}">
      <dgm:prSet phldrT="[Text]" custT="1"/>
      <dgm:spPr/>
      <dgm:t>
        <a:bodyPr/>
        <a:lstStyle/>
        <a:p>
          <a:pPr>
            <a:buFont typeface="Arial" panose="020B0604020202020204" pitchFamily="34" charset="0"/>
            <a:buNone/>
          </a:pPr>
          <a:r>
            <a:rPr lang="en-IN" sz="1800" dirty="0"/>
            <a:t>Choose a specific continent for our research</a:t>
          </a:r>
        </a:p>
      </dgm:t>
    </dgm:pt>
    <dgm:pt modelId="{5C99CAE6-CC17-4E97-9367-860A56C56CDA}" type="parTrans" cxnId="{16988ED9-6655-4B32-A3E1-3FBAB5DBB528}">
      <dgm:prSet/>
      <dgm:spPr/>
      <dgm:t>
        <a:bodyPr/>
        <a:lstStyle/>
        <a:p>
          <a:endParaRPr lang="en-IN"/>
        </a:p>
      </dgm:t>
    </dgm:pt>
    <dgm:pt modelId="{961519AA-B1BD-4BE9-955A-FBAA1A97846A}" type="sibTrans" cxnId="{16988ED9-6655-4B32-A3E1-3FBAB5DBB528}">
      <dgm:prSet/>
      <dgm:spPr/>
      <dgm:t>
        <a:bodyPr/>
        <a:lstStyle/>
        <a:p>
          <a:endParaRPr lang="en-IN"/>
        </a:p>
      </dgm:t>
    </dgm:pt>
    <dgm:pt modelId="{EE692A6E-D691-4CB8-A66A-2A4234B4B595}">
      <dgm:prSet phldrT="[Text]"/>
      <dgm:spPr/>
      <dgm:t>
        <a:bodyPr/>
        <a:lstStyle/>
        <a:p>
          <a:r>
            <a:rPr lang="en-IN" dirty="0"/>
            <a:t>Trend Analysis</a:t>
          </a:r>
        </a:p>
      </dgm:t>
    </dgm:pt>
    <dgm:pt modelId="{5AD26845-EB15-43AB-941F-FCC0FBCBFB1C}" type="parTrans" cxnId="{9028068C-3F00-453B-9BDD-AFCA1CBAFAAE}">
      <dgm:prSet/>
      <dgm:spPr/>
      <dgm:t>
        <a:bodyPr/>
        <a:lstStyle/>
        <a:p>
          <a:endParaRPr lang="en-IN"/>
        </a:p>
      </dgm:t>
    </dgm:pt>
    <dgm:pt modelId="{2F77DFBF-3A94-4EB0-834C-3A5AD1F6DF71}" type="sibTrans" cxnId="{9028068C-3F00-453B-9BDD-AFCA1CBAFAAE}">
      <dgm:prSet/>
      <dgm:spPr/>
      <dgm:t>
        <a:bodyPr/>
        <a:lstStyle/>
        <a:p>
          <a:endParaRPr lang="en-IN"/>
        </a:p>
      </dgm:t>
    </dgm:pt>
    <dgm:pt modelId="{11B07912-23F2-429D-9B0B-1EBA595A42B9}">
      <dgm:prSet phldrT="[Text]" custT="1"/>
      <dgm:spPr/>
      <dgm:t>
        <a:bodyPr/>
        <a:lstStyle/>
        <a:p>
          <a:r>
            <a:rPr lang="en-IN" sz="1800" dirty="0"/>
            <a:t>Define dynamic threshold</a:t>
          </a:r>
        </a:p>
      </dgm:t>
    </dgm:pt>
    <dgm:pt modelId="{F4ADE6B4-78C7-4178-A603-6DAF17852D56}" type="parTrans" cxnId="{A5AB1F74-C503-4E99-9073-7D03EC2D0F71}">
      <dgm:prSet/>
      <dgm:spPr/>
      <dgm:t>
        <a:bodyPr/>
        <a:lstStyle/>
        <a:p>
          <a:endParaRPr lang="en-IN"/>
        </a:p>
      </dgm:t>
    </dgm:pt>
    <dgm:pt modelId="{42A16311-D201-40E5-9E41-CBEFAEF60F81}" type="sibTrans" cxnId="{A5AB1F74-C503-4E99-9073-7D03EC2D0F71}">
      <dgm:prSet/>
      <dgm:spPr/>
      <dgm:t>
        <a:bodyPr/>
        <a:lstStyle/>
        <a:p>
          <a:endParaRPr lang="en-IN"/>
        </a:p>
      </dgm:t>
    </dgm:pt>
    <dgm:pt modelId="{6F7104CF-3CA7-4D95-8AE8-5D9C8BD76DD5}">
      <dgm:prSet phldrT="[Text]" custT="1"/>
      <dgm:spPr/>
      <dgm:t>
        <a:bodyPr/>
        <a:lstStyle/>
        <a:p>
          <a:r>
            <a:rPr lang="en-IN" sz="1800" dirty="0"/>
            <a:t>Find false positives</a:t>
          </a:r>
        </a:p>
      </dgm:t>
    </dgm:pt>
    <dgm:pt modelId="{B23D4F82-5E21-4A3D-9F22-E566BA51A149}" type="parTrans" cxnId="{15EDC31B-3F25-40DB-B071-7AF35E5090E0}">
      <dgm:prSet/>
      <dgm:spPr/>
      <dgm:t>
        <a:bodyPr/>
        <a:lstStyle/>
        <a:p>
          <a:endParaRPr lang="en-IN"/>
        </a:p>
      </dgm:t>
    </dgm:pt>
    <dgm:pt modelId="{B8E041A1-DEFA-4555-A5CF-D696FA23F919}" type="sibTrans" cxnId="{15EDC31B-3F25-40DB-B071-7AF35E5090E0}">
      <dgm:prSet/>
      <dgm:spPr/>
      <dgm:t>
        <a:bodyPr/>
        <a:lstStyle/>
        <a:p>
          <a:endParaRPr lang="en-IN"/>
        </a:p>
      </dgm:t>
    </dgm:pt>
    <dgm:pt modelId="{B9E09B6A-399C-4980-A6FC-57BBF185B590}">
      <dgm:prSet phldrT="[Text]"/>
      <dgm:spPr/>
      <dgm:t>
        <a:bodyPr/>
        <a:lstStyle/>
        <a:p>
          <a:r>
            <a:rPr lang="en-IN" dirty="0"/>
            <a:t>Experiment</a:t>
          </a:r>
        </a:p>
      </dgm:t>
    </dgm:pt>
    <dgm:pt modelId="{AA6ADC5A-5CDB-4A55-916F-13CA275A29B0}" type="parTrans" cxnId="{C82C0492-4E37-461E-975F-EEE7FDDF86AB}">
      <dgm:prSet/>
      <dgm:spPr/>
      <dgm:t>
        <a:bodyPr/>
        <a:lstStyle/>
        <a:p>
          <a:endParaRPr lang="en-IN"/>
        </a:p>
      </dgm:t>
    </dgm:pt>
    <dgm:pt modelId="{AF099B8D-B380-43FE-8EAC-B01EF4A105C7}" type="sibTrans" cxnId="{C82C0492-4E37-461E-975F-EEE7FDDF86AB}">
      <dgm:prSet/>
      <dgm:spPr/>
      <dgm:t>
        <a:bodyPr/>
        <a:lstStyle/>
        <a:p>
          <a:endParaRPr lang="en-IN"/>
        </a:p>
      </dgm:t>
    </dgm:pt>
    <dgm:pt modelId="{2C9EEBC2-8AD3-47C0-B411-4A47612E1CFC}">
      <dgm:prSet phldrT="[Text]" custT="1"/>
      <dgm:spPr/>
      <dgm:t>
        <a:bodyPr/>
        <a:lstStyle/>
        <a:p>
          <a:r>
            <a:rPr lang="en-IN" sz="1800" dirty="0"/>
            <a:t>Define weight penalty function</a:t>
          </a:r>
        </a:p>
      </dgm:t>
    </dgm:pt>
    <dgm:pt modelId="{EF658C03-06AB-4180-8526-1D31E46891E2}" type="parTrans" cxnId="{C63A2E14-0256-45A5-85D8-CBAB40BA527C}">
      <dgm:prSet/>
      <dgm:spPr/>
      <dgm:t>
        <a:bodyPr/>
        <a:lstStyle/>
        <a:p>
          <a:endParaRPr lang="en-IN"/>
        </a:p>
      </dgm:t>
    </dgm:pt>
    <dgm:pt modelId="{FC5B3FA1-4372-40EB-ACBB-B78D6AA9891F}" type="sibTrans" cxnId="{C63A2E14-0256-45A5-85D8-CBAB40BA527C}">
      <dgm:prSet/>
      <dgm:spPr/>
      <dgm:t>
        <a:bodyPr/>
        <a:lstStyle/>
        <a:p>
          <a:endParaRPr lang="en-IN"/>
        </a:p>
      </dgm:t>
    </dgm:pt>
    <dgm:pt modelId="{EA18C1CD-F9E6-47D4-A4D5-66D7AAC9B509}">
      <dgm:prSet phldrT="[Text]" custT="1"/>
      <dgm:spPr/>
      <dgm:t>
        <a:bodyPr/>
        <a:lstStyle/>
        <a:p>
          <a:r>
            <a:rPr lang="en-IN" sz="1800" dirty="0"/>
            <a:t>Introduce calibrated noise(Laplace noise)</a:t>
          </a:r>
        </a:p>
      </dgm:t>
    </dgm:pt>
    <dgm:pt modelId="{5F873901-0994-4231-900D-DEF74FA5EDD3}" type="parTrans" cxnId="{96DF973F-E69B-471A-BC91-815162FE75DA}">
      <dgm:prSet/>
      <dgm:spPr/>
      <dgm:t>
        <a:bodyPr/>
        <a:lstStyle/>
        <a:p>
          <a:endParaRPr lang="en-IN"/>
        </a:p>
      </dgm:t>
    </dgm:pt>
    <dgm:pt modelId="{B04BBD5E-B91A-41CD-8EE6-761563B4EB87}" type="sibTrans" cxnId="{96DF973F-E69B-471A-BC91-815162FE75DA}">
      <dgm:prSet/>
      <dgm:spPr/>
      <dgm:t>
        <a:bodyPr/>
        <a:lstStyle/>
        <a:p>
          <a:endParaRPr lang="en-IN"/>
        </a:p>
      </dgm:t>
    </dgm:pt>
    <dgm:pt modelId="{27F825B8-522A-4E83-B281-3C09F67D0652}">
      <dgm:prSet phldrT="[Text]" custT="1"/>
      <dgm:spPr/>
      <dgm:t>
        <a:bodyPr/>
        <a:lstStyle/>
        <a:p>
          <a:r>
            <a:rPr lang="en-IN" sz="1800" dirty="0"/>
            <a:t>Apply ML post-processing to the dataset</a:t>
          </a:r>
        </a:p>
      </dgm:t>
    </dgm:pt>
    <dgm:pt modelId="{72D40BAE-1AFF-4E13-A35B-940876F5F72A}" type="parTrans" cxnId="{9B882CBB-45E8-477C-8794-8FD0A9A78B03}">
      <dgm:prSet/>
      <dgm:spPr/>
      <dgm:t>
        <a:bodyPr/>
        <a:lstStyle/>
        <a:p>
          <a:endParaRPr lang="en-IN"/>
        </a:p>
      </dgm:t>
    </dgm:pt>
    <dgm:pt modelId="{A48256D8-8977-4F9E-99AF-CE76809358CE}" type="sibTrans" cxnId="{9B882CBB-45E8-477C-8794-8FD0A9A78B03}">
      <dgm:prSet/>
      <dgm:spPr/>
      <dgm:t>
        <a:bodyPr/>
        <a:lstStyle/>
        <a:p>
          <a:endParaRPr lang="en-IN"/>
        </a:p>
      </dgm:t>
    </dgm:pt>
    <dgm:pt modelId="{A710981A-0CB9-442E-8933-206D46665E77}">
      <dgm:prSet phldrT="[Text]" custT="1"/>
      <dgm:spPr/>
      <dgm:t>
        <a:bodyPr/>
        <a:lstStyle/>
        <a:p>
          <a:r>
            <a:rPr lang="en-IN" sz="1800" dirty="0"/>
            <a:t>Analyse new_cases trend</a:t>
          </a:r>
        </a:p>
      </dgm:t>
    </dgm:pt>
    <dgm:pt modelId="{E7426CDE-4244-425E-B9C0-8EC9B7560C9C}" type="parTrans" cxnId="{92C4B38A-A4EF-4271-9B8A-35C51945EDC5}">
      <dgm:prSet/>
      <dgm:spPr/>
      <dgm:t>
        <a:bodyPr/>
        <a:lstStyle/>
        <a:p>
          <a:endParaRPr lang="en-IN"/>
        </a:p>
      </dgm:t>
    </dgm:pt>
    <dgm:pt modelId="{5D2F10AF-974D-43AD-B1D7-0E0D80BFA9A0}" type="sibTrans" cxnId="{92C4B38A-A4EF-4271-9B8A-35C51945EDC5}">
      <dgm:prSet/>
      <dgm:spPr/>
      <dgm:t>
        <a:bodyPr/>
        <a:lstStyle/>
        <a:p>
          <a:endParaRPr lang="en-IN"/>
        </a:p>
      </dgm:t>
    </dgm:pt>
    <dgm:pt modelId="{052DA8BA-EE7E-4CE0-98CD-196F3CEC1A5C}">
      <dgm:prSet phldrT="[Text]" custT="1"/>
      <dgm:spPr/>
      <dgm:t>
        <a:bodyPr/>
        <a:lstStyle/>
        <a:p>
          <a:pPr>
            <a:buFont typeface="Arial" panose="020B0604020202020204" pitchFamily="34" charset="0"/>
            <a:buNone/>
          </a:pPr>
          <a:endParaRPr lang="en-IN" sz="1800" dirty="0"/>
        </a:p>
        <a:p>
          <a:pPr>
            <a:buFont typeface="Arial" panose="020B0604020202020204" pitchFamily="34" charset="0"/>
            <a:buNone/>
          </a:pPr>
          <a:r>
            <a:rPr lang="en-IN" sz="1800" dirty="0"/>
            <a:t>Plot new_cases with time for all continents</a:t>
          </a:r>
        </a:p>
        <a:p>
          <a:pPr>
            <a:buFont typeface="Arial" panose="020B0604020202020204" pitchFamily="34" charset="0"/>
            <a:buNone/>
          </a:pPr>
          <a:endParaRPr lang="en-IN" sz="1800" dirty="0"/>
        </a:p>
      </dgm:t>
    </dgm:pt>
    <dgm:pt modelId="{FAEA7E1A-F28D-4E77-B3AD-81244237537C}" type="parTrans" cxnId="{411FC174-20FA-45D9-893F-D4478E69033E}">
      <dgm:prSet/>
      <dgm:spPr/>
      <dgm:t>
        <a:bodyPr/>
        <a:lstStyle/>
        <a:p>
          <a:endParaRPr lang="en-IN"/>
        </a:p>
      </dgm:t>
    </dgm:pt>
    <dgm:pt modelId="{DA297919-8C17-428C-B15B-9E109E878907}" type="sibTrans" cxnId="{411FC174-20FA-45D9-893F-D4478E69033E}">
      <dgm:prSet/>
      <dgm:spPr/>
      <dgm:t>
        <a:bodyPr/>
        <a:lstStyle/>
        <a:p>
          <a:endParaRPr lang="en-IN"/>
        </a:p>
      </dgm:t>
    </dgm:pt>
    <dgm:pt modelId="{D5ECBEEA-D497-48DA-8411-E565E4720B15}">
      <dgm:prSet phldrT="[Text]" custT="1"/>
      <dgm:spPr/>
      <dgm:t>
        <a:bodyPr/>
        <a:lstStyle/>
        <a:p>
          <a:endParaRPr lang="en-IN" sz="1800" dirty="0"/>
        </a:p>
      </dgm:t>
    </dgm:pt>
    <dgm:pt modelId="{1BBCEB60-3CE6-461D-8777-409D2F12BB20}" type="parTrans" cxnId="{F2C7B4DD-CDE5-4FC6-A416-C4D7EF5AE2DF}">
      <dgm:prSet/>
      <dgm:spPr/>
      <dgm:t>
        <a:bodyPr/>
        <a:lstStyle/>
        <a:p>
          <a:endParaRPr lang="en-IN"/>
        </a:p>
      </dgm:t>
    </dgm:pt>
    <dgm:pt modelId="{A368934A-798E-4C4F-9199-5651D9814646}" type="sibTrans" cxnId="{F2C7B4DD-CDE5-4FC6-A416-C4D7EF5AE2DF}">
      <dgm:prSet/>
      <dgm:spPr/>
      <dgm:t>
        <a:bodyPr/>
        <a:lstStyle/>
        <a:p>
          <a:endParaRPr lang="en-IN"/>
        </a:p>
      </dgm:t>
    </dgm:pt>
    <dgm:pt modelId="{70E3A6F5-0ABD-4ACB-B07D-8B7CD30E0408}">
      <dgm:prSet phldrT="[Text]" custT="1"/>
      <dgm:spPr/>
      <dgm:t>
        <a:bodyPr/>
        <a:lstStyle/>
        <a:p>
          <a:endParaRPr lang="en-IN" sz="1800" dirty="0"/>
        </a:p>
      </dgm:t>
    </dgm:pt>
    <dgm:pt modelId="{ED0D051D-C83E-4CE3-BFE7-7951D63CE3FD}" type="parTrans" cxnId="{57AC1173-B83B-4AF0-BB58-5BA4D07EB6DB}">
      <dgm:prSet/>
      <dgm:spPr/>
      <dgm:t>
        <a:bodyPr/>
        <a:lstStyle/>
        <a:p>
          <a:endParaRPr lang="en-IN"/>
        </a:p>
      </dgm:t>
    </dgm:pt>
    <dgm:pt modelId="{31B7653F-1EC5-476F-820B-320B6216BFC1}" type="sibTrans" cxnId="{57AC1173-B83B-4AF0-BB58-5BA4D07EB6DB}">
      <dgm:prSet/>
      <dgm:spPr/>
      <dgm:t>
        <a:bodyPr/>
        <a:lstStyle/>
        <a:p>
          <a:endParaRPr lang="en-IN"/>
        </a:p>
      </dgm:t>
    </dgm:pt>
    <dgm:pt modelId="{64CAF53D-0152-4B8F-88AF-5AA1A5B37C84}">
      <dgm:prSet phldrT="[Text]" custT="1"/>
      <dgm:spPr/>
      <dgm:t>
        <a:bodyPr/>
        <a:lstStyle/>
        <a:p>
          <a:endParaRPr lang="en-IN" sz="1800" dirty="0"/>
        </a:p>
      </dgm:t>
    </dgm:pt>
    <dgm:pt modelId="{32F5BC68-00EA-4882-AE99-4F307FBC2486}" type="parTrans" cxnId="{45068CDC-A8C5-4652-94BF-05AFABE12C7F}">
      <dgm:prSet/>
      <dgm:spPr/>
      <dgm:t>
        <a:bodyPr/>
        <a:lstStyle/>
        <a:p>
          <a:endParaRPr lang="en-IN"/>
        </a:p>
      </dgm:t>
    </dgm:pt>
    <dgm:pt modelId="{AAA0CCDE-3606-40AC-A2D4-857039630378}" type="sibTrans" cxnId="{45068CDC-A8C5-4652-94BF-05AFABE12C7F}">
      <dgm:prSet/>
      <dgm:spPr/>
      <dgm:t>
        <a:bodyPr/>
        <a:lstStyle/>
        <a:p>
          <a:endParaRPr lang="en-IN"/>
        </a:p>
      </dgm:t>
    </dgm:pt>
    <dgm:pt modelId="{6D1C0789-ACD4-4090-83A2-21629620EFF2}">
      <dgm:prSet phldrT="[Text]" custT="1"/>
      <dgm:spPr/>
      <dgm:t>
        <a:bodyPr/>
        <a:lstStyle/>
        <a:p>
          <a:endParaRPr lang="en-IN" sz="1800" dirty="0"/>
        </a:p>
      </dgm:t>
    </dgm:pt>
    <dgm:pt modelId="{32A4B88A-1FAF-4C77-87DB-78045BD5ED52}" type="parTrans" cxnId="{5BF4949F-18CE-48FB-9AB4-F16D115CF299}">
      <dgm:prSet/>
      <dgm:spPr/>
      <dgm:t>
        <a:bodyPr/>
        <a:lstStyle/>
        <a:p>
          <a:endParaRPr lang="en-IN"/>
        </a:p>
      </dgm:t>
    </dgm:pt>
    <dgm:pt modelId="{F31DAE3B-0A2C-44DC-84B9-D26E7A38B491}" type="sibTrans" cxnId="{5BF4949F-18CE-48FB-9AB4-F16D115CF299}">
      <dgm:prSet/>
      <dgm:spPr/>
      <dgm:t>
        <a:bodyPr/>
        <a:lstStyle/>
        <a:p>
          <a:endParaRPr lang="en-IN"/>
        </a:p>
      </dgm:t>
    </dgm:pt>
    <dgm:pt modelId="{4F48E09A-D5FF-47B1-8354-6D8E757CAF53}" type="pres">
      <dgm:prSet presAssocID="{F6F7979D-E584-44DD-8A16-FFF57097FD24}" presName="Name0" presStyleCnt="0">
        <dgm:presLayoutVars>
          <dgm:dir/>
          <dgm:animLvl val="lvl"/>
          <dgm:resizeHandles val="exact"/>
        </dgm:presLayoutVars>
      </dgm:prSet>
      <dgm:spPr/>
    </dgm:pt>
    <dgm:pt modelId="{35362F44-095F-45E0-BA6C-447A84A0BAB5}" type="pres">
      <dgm:prSet presAssocID="{F4AD9223-6E35-42E5-99BF-61520E5C54E3}" presName="composite" presStyleCnt="0"/>
      <dgm:spPr/>
    </dgm:pt>
    <dgm:pt modelId="{9181BC20-0442-4FB2-9274-D17BDFEAC7E3}" type="pres">
      <dgm:prSet presAssocID="{F4AD9223-6E35-42E5-99BF-61520E5C54E3}" presName="parTx" presStyleLbl="alignNode1" presStyleIdx="0" presStyleCnt="3">
        <dgm:presLayoutVars>
          <dgm:chMax val="0"/>
          <dgm:chPref val="0"/>
        </dgm:presLayoutVars>
      </dgm:prSet>
      <dgm:spPr/>
    </dgm:pt>
    <dgm:pt modelId="{10AA38C4-7FBD-484F-97B5-514185678AF7}" type="pres">
      <dgm:prSet presAssocID="{F4AD9223-6E35-42E5-99BF-61520E5C54E3}" presName="desTx" presStyleLbl="alignAccFollowNode1" presStyleIdx="0" presStyleCnt="3">
        <dgm:presLayoutVars/>
      </dgm:prSet>
      <dgm:spPr/>
    </dgm:pt>
    <dgm:pt modelId="{1A90B1EB-FCE2-4B8D-843B-0C7B0B211F90}" type="pres">
      <dgm:prSet presAssocID="{1B6AF86D-9BEE-4D66-BFBC-82E24C59AC51}" presName="space" presStyleCnt="0"/>
      <dgm:spPr/>
    </dgm:pt>
    <dgm:pt modelId="{CA1167EE-AFFC-45F8-999D-6CF3CE2C5A51}" type="pres">
      <dgm:prSet presAssocID="{EE692A6E-D691-4CB8-A66A-2A4234B4B595}" presName="composite" presStyleCnt="0"/>
      <dgm:spPr/>
    </dgm:pt>
    <dgm:pt modelId="{4A713AC4-7E70-46F6-ABED-D5D88D955877}" type="pres">
      <dgm:prSet presAssocID="{EE692A6E-D691-4CB8-A66A-2A4234B4B595}" presName="parTx" presStyleLbl="alignNode1" presStyleIdx="1" presStyleCnt="3">
        <dgm:presLayoutVars>
          <dgm:chMax val="0"/>
          <dgm:chPref val="0"/>
        </dgm:presLayoutVars>
      </dgm:prSet>
      <dgm:spPr/>
    </dgm:pt>
    <dgm:pt modelId="{303D4574-42B8-49F0-9A9F-4AA881514AA8}" type="pres">
      <dgm:prSet presAssocID="{EE692A6E-D691-4CB8-A66A-2A4234B4B595}" presName="desTx" presStyleLbl="alignAccFollowNode1" presStyleIdx="1" presStyleCnt="3">
        <dgm:presLayoutVars/>
      </dgm:prSet>
      <dgm:spPr/>
    </dgm:pt>
    <dgm:pt modelId="{BCB1C612-19A4-46F6-BDB8-FCD8860AC72C}" type="pres">
      <dgm:prSet presAssocID="{2F77DFBF-3A94-4EB0-834C-3A5AD1F6DF71}" presName="space" presStyleCnt="0"/>
      <dgm:spPr/>
    </dgm:pt>
    <dgm:pt modelId="{9020A07D-9CC0-4A83-A668-E901DDF6A8A1}" type="pres">
      <dgm:prSet presAssocID="{B9E09B6A-399C-4980-A6FC-57BBF185B590}" presName="composite" presStyleCnt="0"/>
      <dgm:spPr/>
    </dgm:pt>
    <dgm:pt modelId="{D19346D0-D99E-42C0-9882-E3FDDFA7E83A}" type="pres">
      <dgm:prSet presAssocID="{B9E09B6A-399C-4980-A6FC-57BBF185B590}" presName="parTx" presStyleLbl="alignNode1" presStyleIdx="2" presStyleCnt="3">
        <dgm:presLayoutVars>
          <dgm:chMax val="0"/>
          <dgm:chPref val="0"/>
        </dgm:presLayoutVars>
      </dgm:prSet>
      <dgm:spPr/>
    </dgm:pt>
    <dgm:pt modelId="{39B48E4E-42D0-4B7F-9DE2-D63A38C3D510}" type="pres">
      <dgm:prSet presAssocID="{B9E09B6A-399C-4980-A6FC-57BBF185B590}" presName="desTx" presStyleLbl="alignAccFollowNode1" presStyleIdx="2" presStyleCnt="3">
        <dgm:presLayoutVars/>
      </dgm:prSet>
      <dgm:spPr/>
    </dgm:pt>
  </dgm:ptLst>
  <dgm:cxnLst>
    <dgm:cxn modelId="{7F4A2804-EA13-4742-AE70-D7A33DA54113}" type="presOf" srcId="{11B07912-23F2-429D-9B0B-1EBA595A42B9}" destId="{303D4574-42B8-49F0-9A9F-4AA881514AA8}" srcOrd="0" destOrd="2" presId="urn:microsoft.com/office/officeart/2016/7/layout/ChevronBlockProcess"/>
    <dgm:cxn modelId="{C63A2E14-0256-45A5-85D8-CBAB40BA527C}" srcId="{B9E09B6A-399C-4980-A6FC-57BBF185B590}" destId="{2C9EEBC2-8AD3-47C0-B411-4A47612E1CFC}" srcOrd="0" destOrd="0" parTransId="{EF658C03-06AB-4180-8526-1D31E46891E2}" sibTransId="{FC5B3FA1-4372-40EB-ACBB-B78D6AA9891F}"/>
    <dgm:cxn modelId="{15EDC31B-3F25-40DB-B071-7AF35E5090E0}" srcId="{EE692A6E-D691-4CB8-A66A-2A4234B4B595}" destId="{6F7104CF-3CA7-4D95-8AE8-5D9C8BD76DD5}" srcOrd="4" destOrd="0" parTransId="{B23D4F82-5E21-4A3D-9F22-E566BA51A149}" sibTransId="{B8E041A1-DEFA-4555-A5CF-D696FA23F919}"/>
    <dgm:cxn modelId="{89031C22-3086-4557-8972-78CCF6972CE0}" type="presOf" srcId="{D5ECBEEA-D497-48DA-8411-E565E4720B15}" destId="{303D4574-42B8-49F0-9A9F-4AA881514AA8}" srcOrd="0" destOrd="1" presId="urn:microsoft.com/office/officeart/2016/7/layout/ChevronBlockProcess"/>
    <dgm:cxn modelId="{7B28DA30-73B3-4581-B86A-C3770013B304}" type="presOf" srcId="{F6F7979D-E584-44DD-8A16-FFF57097FD24}" destId="{4F48E09A-D5FF-47B1-8354-6D8E757CAF53}" srcOrd="0" destOrd="0" presId="urn:microsoft.com/office/officeart/2016/7/layout/ChevronBlockProcess"/>
    <dgm:cxn modelId="{96DF973F-E69B-471A-BC91-815162FE75DA}" srcId="{B9E09B6A-399C-4980-A6FC-57BBF185B590}" destId="{EA18C1CD-F9E6-47D4-A4D5-66D7AAC9B509}" srcOrd="2" destOrd="0" parTransId="{5F873901-0994-4231-900D-DEF74FA5EDD3}" sibTransId="{B04BBD5E-B91A-41CD-8EE6-761563B4EB87}"/>
    <dgm:cxn modelId="{07337A5E-98FA-4453-990C-9D6C640C66B4}" srcId="{F6F7979D-E584-44DD-8A16-FFF57097FD24}" destId="{F4AD9223-6E35-42E5-99BF-61520E5C54E3}" srcOrd="0" destOrd="0" parTransId="{2E1806D0-6261-4524-8DFD-82A3759340E8}" sibTransId="{1B6AF86D-9BEE-4D66-BFBC-82E24C59AC51}"/>
    <dgm:cxn modelId="{EE4B3645-4C5F-45A6-8642-F45ABD7C18EA}" type="presOf" srcId="{EA18C1CD-F9E6-47D4-A4D5-66D7AAC9B509}" destId="{39B48E4E-42D0-4B7F-9DE2-D63A38C3D510}" srcOrd="0" destOrd="2" presId="urn:microsoft.com/office/officeart/2016/7/layout/ChevronBlockProcess"/>
    <dgm:cxn modelId="{893EFF71-95CE-483C-9F72-30895C9AD276}" type="presOf" srcId="{A710981A-0CB9-442E-8933-206D46665E77}" destId="{303D4574-42B8-49F0-9A9F-4AA881514AA8}" srcOrd="0" destOrd="0" presId="urn:microsoft.com/office/officeart/2016/7/layout/ChevronBlockProcess"/>
    <dgm:cxn modelId="{F7BD8C52-6C17-4A45-ACC9-3FC24326BE2D}" type="presOf" srcId="{AA05F67E-8E8D-4E4D-B9F6-3971F7EB4835}" destId="{10AA38C4-7FBD-484F-97B5-514185678AF7}" srcOrd="0" destOrd="2" presId="urn:microsoft.com/office/officeart/2016/7/layout/ChevronBlockProcess"/>
    <dgm:cxn modelId="{57AC1173-B83B-4AF0-BB58-5BA4D07EB6DB}" srcId="{EE692A6E-D691-4CB8-A66A-2A4234B4B595}" destId="{70E3A6F5-0ABD-4ACB-B07D-8B7CD30E0408}" srcOrd="3" destOrd="0" parTransId="{ED0D051D-C83E-4CE3-BFE7-7951D63CE3FD}" sibTransId="{31B7653F-1EC5-476F-820B-320B6216BFC1}"/>
    <dgm:cxn modelId="{A5AB1F74-C503-4E99-9073-7D03EC2D0F71}" srcId="{EE692A6E-D691-4CB8-A66A-2A4234B4B595}" destId="{11B07912-23F2-429D-9B0B-1EBA595A42B9}" srcOrd="2" destOrd="0" parTransId="{F4ADE6B4-78C7-4178-A603-6DAF17852D56}" sibTransId="{42A16311-D201-40E5-9E41-CBEFAEF60F81}"/>
    <dgm:cxn modelId="{411FC174-20FA-45D9-893F-D4478E69033E}" srcId="{F4AD9223-6E35-42E5-99BF-61520E5C54E3}" destId="{052DA8BA-EE7E-4CE0-98CD-196F3CEC1A5C}" srcOrd="1" destOrd="0" parTransId="{FAEA7E1A-F28D-4E77-B3AD-81244237537C}" sibTransId="{DA297919-8C17-428C-B15B-9E109E878907}"/>
    <dgm:cxn modelId="{6D816278-76E2-4DB9-A7BC-FFFEEE8586FA}" type="presOf" srcId="{70E3A6F5-0ABD-4ACB-B07D-8B7CD30E0408}" destId="{303D4574-42B8-49F0-9A9F-4AA881514AA8}" srcOrd="0" destOrd="3" presId="urn:microsoft.com/office/officeart/2016/7/layout/ChevronBlockProcess"/>
    <dgm:cxn modelId="{6032A358-08C9-4126-8EAE-FA07E78228B1}" srcId="{F4AD9223-6E35-42E5-99BF-61520E5C54E3}" destId="{A6E0997F-0527-4B77-A99E-CAF9F43F657E}" srcOrd="0" destOrd="0" parTransId="{0C9BB2CF-6E1E-443A-877F-2E1B4D91EF0D}" sibTransId="{7BBF8205-8E57-4066-8CD5-8F3138BB1C0C}"/>
    <dgm:cxn modelId="{1E635C7E-AD01-44D8-B0B1-C38ED730535E}" type="presOf" srcId="{A6E0997F-0527-4B77-A99E-CAF9F43F657E}" destId="{10AA38C4-7FBD-484F-97B5-514185678AF7}" srcOrd="0" destOrd="0" presId="urn:microsoft.com/office/officeart/2016/7/layout/ChevronBlockProcess"/>
    <dgm:cxn modelId="{73F5C786-D11A-4490-9A5C-1B24F8989C02}" type="presOf" srcId="{64CAF53D-0152-4B8F-88AF-5AA1A5B37C84}" destId="{39B48E4E-42D0-4B7F-9DE2-D63A38C3D510}" srcOrd="0" destOrd="1" presId="urn:microsoft.com/office/officeart/2016/7/layout/ChevronBlockProcess"/>
    <dgm:cxn modelId="{607F5C8A-B8CB-4A94-82DB-3634E3B2F601}" type="presOf" srcId="{B9E09B6A-399C-4980-A6FC-57BBF185B590}" destId="{D19346D0-D99E-42C0-9882-E3FDDFA7E83A}" srcOrd="0" destOrd="0" presId="urn:microsoft.com/office/officeart/2016/7/layout/ChevronBlockProcess"/>
    <dgm:cxn modelId="{92C4B38A-A4EF-4271-9B8A-35C51945EDC5}" srcId="{EE692A6E-D691-4CB8-A66A-2A4234B4B595}" destId="{A710981A-0CB9-442E-8933-206D46665E77}" srcOrd="0" destOrd="0" parTransId="{E7426CDE-4244-425E-B9C0-8EC9B7560C9C}" sibTransId="{5D2F10AF-974D-43AD-B1D7-0E0D80BFA9A0}"/>
    <dgm:cxn modelId="{9028068C-3F00-453B-9BDD-AFCA1CBAFAAE}" srcId="{F6F7979D-E584-44DD-8A16-FFF57097FD24}" destId="{EE692A6E-D691-4CB8-A66A-2A4234B4B595}" srcOrd="1" destOrd="0" parTransId="{5AD26845-EB15-43AB-941F-FCC0FBCBFB1C}" sibTransId="{2F77DFBF-3A94-4EB0-834C-3A5AD1F6DF71}"/>
    <dgm:cxn modelId="{FC8E2991-38CD-4345-8D19-1CE9306E2446}" type="presOf" srcId="{EE692A6E-D691-4CB8-A66A-2A4234B4B595}" destId="{4A713AC4-7E70-46F6-ABED-D5D88D955877}" srcOrd="0" destOrd="0" presId="urn:microsoft.com/office/officeart/2016/7/layout/ChevronBlockProcess"/>
    <dgm:cxn modelId="{C82C0492-4E37-461E-975F-EEE7FDDF86AB}" srcId="{F6F7979D-E584-44DD-8A16-FFF57097FD24}" destId="{B9E09B6A-399C-4980-A6FC-57BBF185B590}" srcOrd="2" destOrd="0" parTransId="{AA6ADC5A-5CDB-4A55-916F-13CA275A29B0}" sibTransId="{AF099B8D-B380-43FE-8EAC-B01EF4A105C7}"/>
    <dgm:cxn modelId="{EE187F9D-AF0A-411C-AFB1-54B1DCE43943}" type="presOf" srcId="{F4AD9223-6E35-42E5-99BF-61520E5C54E3}" destId="{9181BC20-0442-4FB2-9274-D17BDFEAC7E3}" srcOrd="0" destOrd="0" presId="urn:microsoft.com/office/officeart/2016/7/layout/ChevronBlockProcess"/>
    <dgm:cxn modelId="{CAFA1F9F-7174-4E7F-B1B4-9D86B54F662A}" type="presOf" srcId="{052DA8BA-EE7E-4CE0-98CD-196F3CEC1A5C}" destId="{10AA38C4-7FBD-484F-97B5-514185678AF7}" srcOrd="0" destOrd="1" presId="urn:microsoft.com/office/officeart/2016/7/layout/ChevronBlockProcess"/>
    <dgm:cxn modelId="{5BF4949F-18CE-48FB-9AB4-F16D115CF299}" srcId="{B9E09B6A-399C-4980-A6FC-57BBF185B590}" destId="{6D1C0789-ACD4-4090-83A2-21629620EFF2}" srcOrd="3" destOrd="0" parTransId="{32A4B88A-1FAF-4C77-87DB-78045BD5ED52}" sibTransId="{F31DAE3B-0A2C-44DC-84B9-D26E7A38B491}"/>
    <dgm:cxn modelId="{E9A532A7-9EA6-4C6A-9FCF-4B5B8D443522}" type="presOf" srcId="{6F7104CF-3CA7-4D95-8AE8-5D9C8BD76DD5}" destId="{303D4574-42B8-49F0-9A9F-4AA881514AA8}" srcOrd="0" destOrd="4" presId="urn:microsoft.com/office/officeart/2016/7/layout/ChevronBlockProcess"/>
    <dgm:cxn modelId="{4222F7B3-B2BD-4F28-9138-BD23D7F4D644}" type="presOf" srcId="{2C9EEBC2-8AD3-47C0-B411-4A47612E1CFC}" destId="{39B48E4E-42D0-4B7F-9DE2-D63A38C3D510}" srcOrd="0" destOrd="0" presId="urn:microsoft.com/office/officeart/2016/7/layout/ChevronBlockProcess"/>
    <dgm:cxn modelId="{9B882CBB-45E8-477C-8794-8FD0A9A78B03}" srcId="{B9E09B6A-399C-4980-A6FC-57BBF185B590}" destId="{27F825B8-522A-4E83-B281-3C09F67D0652}" srcOrd="4" destOrd="0" parTransId="{72D40BAE-1AFF-4E13-A35B-940876F5F72A}" sibTransId="{A48256D8-8977-4F9E-99AF-CE76809358CE}"/>
    <dgm:cxn modelId="{439D01D8-DE68-47AE-AB3C-CFBB067ECFD8}" type="presOf" srcId="{6D1C0789-ACD4-4090-83A2-21629620EFF2}" destId="{39B48E4E-42D0-4B7F-9DE2-D63A38C3D510}" srcOrd="0" destOrd="3" presId="urn:microsoft.com/office/officeart/2016/7/layout/ChevronBlockProcess"/>
    <dgm:cxn modelId="{16988ED9-6655-4B32-A3E1-3FBAB5DBB528}" srcId="{F4AD9223-6E35-42E5-99BF-61520E5C54E3}" destId="{AA05F67E-8E8D-4E4D-B9F6-3971F7EB4835}" srcOrd="2" destOrd="0" parTransId="{5C99CAE6-CC17-4E97-9367-860A56C56CDA}" sibTransId="{961519AA-B1BD-4BE9-955A-FBAA1A97846A}"/>
    <dgm:cxn modelId="{45068CDC-A8C5-4652-94BF-05AFABE12C7F}" srcId="{B9E09B6A-399C-4980-A6FC-57BBF185B590}" destId="{64CAF53D-0152-4B8F-88AF-5AA1A5B37C84}" srcOrd="1" destOrd="0" parTransId="{32F5BC68-00EA-4882-AE99-4F307FBC2486}" sibTransId="{AAA0CCDE-3606-40AC-A2D4-857039630378}"/>
    <dgm:cxn modelId="{F2C7B4DD-CDE5-4FC6-A416-C4D7EF5AE2DF}" srcId="{EE692A6E-D691-4CB8-A66A-2A4234B4B595}" destId="{D5ECBEEA-D497-48DA-8411-E565E4720B15}" srcOrd="1" destOrd="0" parTransId="{1BBCEB60-3CE6-461D-8777-409D2F12BB20}" sibTransId="{A368934A-798E-4C4F-9199-5651D9814646}"/>
    <dgm:cxn modelId="{0A7589FF-D156-4D6A-8C1A-F4AB8FFA737C}" type="presOf" srcId="{27F825B8-522A-4E83-B281-3C09F67D0652}" destId="{39B48E4E-42D0-4B7F-9DE2-D63A38C3D510}" srcOrd="0" destOrd="4" presId="urn:microsoft.com/office/officeart/2016/7/layout/ChevronBlockProcess"/>
    <dgm:cxn modelId="{90E675CE-0B3E-4136-A73C-E2A9343FCB73}" type="presParOf" srcId="{4F48E09A-D5FF-47B1-8354-6D8E757CAF53}" destId="{35362F44-095F-45E0-BA6C-447A84A0BAB5}" srcOrd="0" destOrd="0" presId="urn:microsoft.com/office/officeart/2016/7/layout/ChevronBlockProcess"/>
    <dgm:cxn modelId="{00827315-4308-4B9F-AB47-729B83A69C70}" type="presParOf" srcId="{35362F44-095F-45E0-BA6C-447A84A0BAB5}" destId="{9181BC20-0442-4FB2-9274-D17BDFEAC7E3}" srcOrd="0" destOrd="0" presId="urn:microsoft.com/office/officeart/2016/7/layout/ChevronBlockProcess"/>
    <dgm:cxn modelId="{3D49E15B-A9FB-41D8-B32E-AC21E5DE72AA}" type="presParOf" srcId="{35362F44-095F-45E0-BA6C-447A84A0BAB5}" destId="{10AA38C4-7FBD-484F-97B5-514185678AF7}" srcOrd="1" destOrd="0" presId="urn:microsoft.com/office/officeart/2016/7/layout/ChevronBlockProcess"/>
    <dgm:cxn modelId="{1B0B27AD-A832-4AA5-9F93-AE10344E809D}" type="presParOf" srcId="{4F48E09A-D5FF-47B1-8354-6D8E757CAF53}" destId="{1A90B1EB-FCE2-4B8D-843B-0C7B0B211F90}" srcOrd="1" destOrd="0" presId="urn:microsoft.com/office/officeart/2016/7/layout/ChevronBlockProcess"/>
    <dgm:cxn modelId="{2864EF26-50B2-46F1-85FC-BB392CEE39DA}" type="presParOf" srcId="{4F48E09A-D5FF-47B1-8354-6D8E757CAF53}" destId="{CA1167EE-AFFC-45F8-999D-6CF3CE2C5A51}" srcOrd="2" destOrd="0" presId="urn:microsoft.com/office/officeart/2016/7/layout/ChevronBlockProcess"/>
    <dgm:cxn modelId="{D9C1909F-38E9-47C7-B236-B51F01B6E180}" type="presParOf" srcId="{CA1167EE-AFFC-45F8-999D-6CF3CE2C5A51}" destId="{4A713AC4-7E70-46F6-ABED-D5D88D955877}" srcOrd="0" destOrd="0" presId="urn:microsoft.com/office/officeart/2016/7/layout/ChevronBlockProcess"/>
    <dgm:cxn modelId="{078A7C0B-7820-4EF0-805E-B393D72BD694}" type="presParOf" srcId="{CA1167EE-AFFC-45F8-999D-6CF3CE2C5A51}" destId="{303D4574-42B8-49F0-9A9F-4AA881514AA8}" srcOrd="1" destOrd="0" presId="urn:microsoft.com/office/officeart/2016/7/layout/ChevronBlockProcess"/>
    <dgm:cxn modelId="{CF632A28-895B-418F-AA16-BBFF6BD69E2B}" type="presParOf" srcId="{4F48E09A-D5FF-47B1-8354-6D8E757CAF53}" destId="{BCB1C612-19A4-46F6-BDB8-FCD8860AC72C}" srcOrd="3" destOrd="0" presId="urn:microsoft.com/office/officeart/2016/7/layout/ChevronBlockProcess"/>
    <dgm:cxn modelId="{4ED58757-2E0F-4B28-893A-9FC3C5D71431}" type="presParOf" srcId="{4F48E09A-D5FF-47B1-8354-6D8E757CAF53}" destId="{9020A07D-9CC0-4A83-A668-E901DDF6A8A1}" srcOrd="4" destOrd="0" presId="urn:microsoft.com/office/officeart/2016/7/layout/ChevronBlockProcess"/>
    <dgm:cxn modelId="{AEB2C277-5198-4DED-95D2-C2C805636139}" type="presParOf" srcId="{9020A07D-9CC0-4A83-A668-E901DDF6A8A1}" destId="{D19346D0-D99E-42C0-9882-E3FDDFA7E83A}" srcOrd="0" destOrd="0" presId="urn:microsoft.com/office/officeart/2016/7/layout/ChevronBlockProcess"/>
    <dgm:cxn modelId="{D01A8B11-5668-46A0-8476-C240F775AE26}" type="presParOf" srcId="{9020A07D-9CC0-4A83-A668-E901DDF6A8A1}" destId="{39B48E4E-42D0-4B7F-9DE2-D63A38C3D510}" srcOrd="1" destOrd="0" presId="urn:microsoft.com/office/officeart/2016/7/layout/ChevronBlock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5580296-5EA5-4B5F-9E20-79BDDAAC6A9C}" type="doc">
      <dgm:prSet loTypeId="urn:microsoft.com/office/officeart/2005/8/layout/process5" loCatId="process" qsTypeId="urn:microsoft.com/office/officeart/2005/8/quickstyle/simple1" qsCatId="simple" csTypeId="urn:microsoft.com/office/officeart/2005/8/colors/colorful4" csCatId="colorful" phldr="1"/>
      <dgm:spPr/>
      <dgm:t>
        <a:bodyPr/>
        <a:lstStyle/>
        <a:p>
          <a:endParaRPr lang="en-IN"/>
        </a:p>
      </dgm:t>
    </dgm:pt>
    <dgm:pt modelId="{33C51A22-81D3-4C46-A9D9-B69EC8788F5A}">
      <dgm:prSet phldrT="[Text]"/>
      <dgm:spPr/>
      <dgm:t>
        <a:bodyPr/>
        <a:lstStyle/>
        <a:p>
          <a:pPr>
            <a:buNone/>
          </a:pPr>
          <a:r>
            <a:rPr lang="en-IN" b="0" i="0" dirty="0" err="1"/>
            <a:t>confirmed_outbreak</a:t>
          </a:r>
          <a:r>
            <a:rPr lang="en-IN" b="0" i="0" dirty="0"/>
            <a:t> (ground truth, fixed forever)</a:t>
          </a:r>
          <a:endParaRPr lang="en-IN" dirty="0"/>
        </a:p>
      </dgm:t>
    </dgm:pt>
    <dgm:pt modelId="{BC99B520-5CCC-4BEC-97EF-E3D040D140AE}" type="parTrans" cxnId="{CB3F558E-4113-45EC-A1F6-FD320802FB5D}">
      <dgm:prSet/>
      <dgm:spPr/>
      <dgm:t>
        <a:bodyPr/>
        <a:lstStyle/>
        <a:p>
          <a:endParaRPr lang="en-IN"/>
        </a:p>
      </dgm:t>
    </dgm:pt>
    <dgm:pt modelId="{C015D8E4-50A3-4239-87C8-1D7711978032}" type="sibTrans" cxnId="{CB3F558E-4113-45EC-A1F6-FD320802FB5D}">
      <dgm:prSet/>
      <dgm:spPr/>
      <dgm:t>
        <a:bodyPr/>
        <a:lstStyle/>
        <a:p>
          <a:endParaRPr lang="en-IN"/>
        </a:p>
      </dgm:t>
    </dgm:pt>
    <dgm:pt modelId="{1A1BD73A-539E-40A8-AB4D-BF47B4CED962}">
      <dgm:prSet phldrT="[Text]"/>
      <dgm:spPr/>
      <dgm:t>
        <a:bodyPr/>
        <a:lstStyle/>
        <a:p>
          <a:pPr>
            <a:buNone/>
          </a:pPr>
          <a:r>
            <a:rPr lang="en-US" b="0" i="0" dirty="0"/>
            <a:t>confirmed_outbreak_t_plus_7 </a:t>
          </a:r>
          <a:r>
            <a:rPr lang="en-IN" b="0" i="0" dirty="0"/>
            <a:t>(FP definition, fixed forever)</a:t>
          </a:r>
          <a:endParaRPr lang="en-IN" dirty="0"/>
        </a:p>
      </dgm:t>
    </dgm:pt>
    <dgm:pt modelId="{21376736-CC0F-42FF-8642-FDCF64C76B41}" type="parTrans" cxnId="{9887FC6C-7C44-4C5A-B20D-7FB118BE36C9}">
      <dgm:prSet/>
      <dgm:spPr/>
      <dgm:t>
        <a:bodyPr/>
        <a:lstStyle/>
        <a:p>
          <a:endParaRPr lang="en-IN"/>
        </a:p>
      </dgm:t>
    </dgm:pt>
    <dgm:pt modelId="{2C79D003-2A87-45F7-B732-24A48CF00220}" type="sibTrans" cxnId="{9887FC6C-7C44-4C5A-B20D-7FB118BE36C9}">
      <dgm:prSet/>
      <dgm:spPr/>
      <dgm:t>
        <a:bodyPr/>
        <a:lstStyle/>
        <a:p>
          <a:endParaRPr lang="en-IN"/>
        </a:p>
      </dgm:t>
    </dgm:pt>
    <dgm:pt modelId="{D2451D05-1FFD-4E90-8A94-C5A4C55F1ED6}">
      <dgm:prSet phldrT="[Text]"/>
      <dgm:spPr/>
      <dgm:t>
        <a:bodyPr/>
        <a:lstStyle/>
        <a:p>
          <a:pPr>
            <a:buNone/>
          </a:pPr>
          <a:r>
            <a:rPr lang="en-IN" b="0" i="0" dirty="0"/>
            <a:t>clean </a:t>
          </a:r>
          <a:r>
            <a:rPr lang="en-IN" b="0" i="0" dirty="0" err="1"/>
            <a:t>z_score</a:t>
          </a:r>
          <a:r>
            <a:rPr lang="en-IN" b="0" i="0" dirty="0"/>
            <a:t> </a:t>
          </a:r>
          <a:r>
            <a:rPr lang="en-IN" b="0" i="0" dirty="0">
              <a:sym typeface="Wingdings" panose="05000000000000000000" pitchFamily="2" charset="2"/>
            </a:rPr>
            <a:t></a:t>
          </a:r>
          <a:r>
            <a:rPr lang="en-IN" b="0" i="0" dirty="0"/>
            <a:t> ROC curve </a:t>
          </a:r>
          <a:r>
            <a:rPr lang="en-IN" b="0" i="0" dirty="0">
              <a:sym typeface="Wingdings" panose="05000000000000000000" pitchFamily="2" charset="2"/>
            </a:rPr>
            <a:t></a:t>
          </a:r>
          <a:r>
            <a:rPr lang="en-IN" b="0" i="0" dirty="0"/>
            <a:t> Z=1.64</a:t>
          </a:r>
          <a:endParaRPr lang="en-IN" dirty="0"/>
        </a:p>
      </dgm:t>
    </dgm:pt>
    <dgm:pt modelId="{DCBD5291-69D9-4FCD-9EAB-7C683F643455}" type="parTrans" cxnId="{8355D633-1C45-42B3-BCC3-0AFB25F39B1B}">
      <dgm:prSet/>
      <dgm:spPr/>
      <dgm:t>
        <a:bodyPr/>
        <a:lstStyle/>
        <a:p>
          <a:endParaRPr lang="en-IN"/>
        </a:p>
      </dgm:t>
    </dgm:pt>
    <dgm:pt modelId="{F89454D1-846D-4DF5-92F2-082529FB0367}" type="sibTrans" cxnId="{8355D633-1C45-42B3-BCC3-0AFB25F39B1B}">
      <dgm:prSet/>
      <dgm:spPr/>
      <dgm:t>
        <a:bodyPr/>
        <a:lstStyle/>
        <a:p>
          <a:endParaRPr lang="en-IN"/>
        </a:p>
      </dgm:t>
    </dgm:pt>
    <dgm:pt modelId="{6D0215C2-0F29-4361-867B-E6EFC8218471}">
      <dgm:prSet phldrT="[Text]"/>
      <dgm:spPr/>
      <dgm:t>
        <a:bodyPr/>
        <a:lstStyle/>
        <a:p>
          <a:pPr>
            <a:buNone/>
          </a:pPr>
          <a:r>
            <a:rPr lang="en-IN" b="0" i="0" dirty="0" err="1"/>
            <a:t>dp_case_count</a:t>
          </a:r>
          <a:endParaRPr lang="en-IN" dirty="0"/>
        </a:p>
      </dgm:t>
    </dgm:pt>
    <dgm:pt modelId="{774E346E-2B29-4D11-AF73-9D53809EC258}" type="parTrans" cxnId="{0EC93825-B849-4525-9744-C87ECA8007E0}">
      <dgm:prSet/>
      <dgm:spPr/>
      <dgm:t>
        <a:bodyPr/>
        <a:lstStyle/>
        <a:p>
          <a:endParaRPr lang="en-IN"/>
        </a:p>
      </dgm:t>
    </dgm:pt>
    <dgm:pt modelId="{6A426405-B032-4B40-8D89-88DE7224E442}" type="sibTrans" cxnId="{0EC93825-B849-4525-9744-C87ECA8007E0}">
      <dgm:prSet/>
      <dgm:spPr/>
      <dgm:t>
        <a:bodyPr/>
        <a:lstStyle/>
        <a:p>
          <a:endParaRPr lang="en-IN"/>
        </a:p>
      </dgm:t>
    </dgm:pt>
    <dgm:pt modelId="{ADD81AA1-976C-4E26-B086-C83387C643B5}">
      <dgm:prSet phldrT="[Text]"/>
      <dgm:spPr/>
      <dgm:t>
        <a:bodyPr/>
        <a:lstStyle/>
        <a:p>
          <a:pPr>
            <a:buNone/>
          </a:pPr>
          <a:r>
            <a:rPr lang="en-IN" b="0" i="0" dirty="0"/>
            <a:t>baseline_f1 (confirmed_outbreak vs </a:t>
          </a:r>
          <a:r>
            <a:rPr lang="en-IN" b="0" i="0" dirty="0" err="1"/>
            <a:t>dp_confirmed_outbreak</a:t>
          </a:r>
          <a:r>
            <a:rPr lang="en-IN" b="0" i="0" dirty="0"/>
            <a:t>)</a:t>
          </a:r>
          <a:endParaRPr lang="en-IN" dirty="0"/>
        </a:p>
      </dgm:t>
    </dgm:pt>
    <dgm:pt modelId="{F82FE1AE-C627-4BE3-9ED2-2451A97F0D53}" type="parTrans" cxnId="{A47157DA-CAF9-43CA-BD6A-37ED7FD0026A}">
      <dgm:prSet/>
      <dgm:spPr/>
      <dgm:t>
        <a:bodyPr/>
        <a:lstStyle/>
        <a:p>
          <a:endParaRPr lang="en-IN"/>
        </a:p>
      </dgm:t>
    </dgm:pt>
    <dgm:pt modelId="{5F62D7B6-49C3-4EB9-8335-3A664D95436C}" type="sibTrans" cxnId="{A47157DA-CAF9-43CA-BD6A-37ED7FD0026A}">
      <dgm:prSet/>
      <dgm:spPr/>
      <dgm:t>
        <a:bodyPr/>
        <a:lstStyle/>
        <a:p>
          <a:endParaRPr lang="en-IN"/>
        </a:p>
      </dgm:t>
    </dgm:pt>
    <dgm:pt modelId="{7CACFFC0-BF44-4FE5-8BF9-7BF6846F0A88}">
      <dgm:prSet phldrT="[Text]"/>
      <dgm:spPr/>
      <dgm:t>
        <a:bodyPr/>
        <a:lstStyle/>
        <a:p>
          <a:pPr>
            <a:buNone/>
          </a:pPr>
          <a:r>
            <a:rPr lang="en-IN" b="0" i="0" dirty="0"/>
            <a:t>GBM trained on [train]  inputs: </a:t>
          </a:r>
          <a:r>
            <a:rPr lang="en-IN" b="0" i="0" dirty="0" err="1"/>
            <a:t>dp</a:t>
          </a:r>
          <a:r>
            <a:rPr lang="en-IN" b="0" i="0" dirty="0"/>
            <a:t> features </a:t>
          </a:r>
          <a:r>
            <a:rPr lang="en-IN" b="0" i="0" dirty="0">
              <a:sym typeface="Wingdings" panose="05000000000000000000" pitchFamily="2" charset="2"/>
            </a:rPr>
            <a:t> </a:t>
          </a:r>
          <a:r>
            <a:rPr lang="en-IN" b="0" i="0" dirty="0"/>
            <a:t>threshold on [</a:t>
          </a:r>
          <a:r>
            <a:rPr lang="en-IN" b="0" i="0" dirty="0" err="1"/>
            <a:t>val</a:t>
          </a:r>
          <a:r>
            <a:rPr lang="en-IN" b="0" i="0" dirty="0"/>
            <a:t>]</a:t>
          </a:r>
          <a:endParaRPr lang="en-IN" dirty="0"/>
        </a:p>
      </dgm:t>
    </dgm:pt>
    <dgm:pt modelId="{71ECF45E-4A28-472E-B2CF-83F2A0050AB8}" type="parTrans" cxnId="{5BDEF246-6C7C-4B7B-B8CB-C632A7F5880D}">
      <dgm:prSet/>
      <dgm:spPr/>
      <dgm:t>
        <a:bodyPr/>
        <a:lstStyle/>
        <a:p>
          <a:endParaRPr lang="en-IN"/>
        </a:p>
      </dgm:t>
    </dgm:pt>
    <dgm:pt modelId="{6372CD14-9B24-433B-9F7D-EABABAA317BF}" type="sibTrans" cxnId="{5BDEF246-6C7C-4B7B-B8CB-C632A7F5880D}">
      <dgm:prSet/>
      <dgm:spPr/>
      <dgm:t>
        <a:bodyPr/>
        <a:lstStyle/>
        <a:p>
          <a:endParaRPr lang="en-IN"/>
        </a:p>
      </dgm:t>
    </dgm:pt>
    <dgm:pt modelId="{78FFFC06-36D1-4DFB-8DEE-7831913BF690}">
      <dgm:prSet phldrT="[Text]"/>
      <dgm:spPr/>
      <dgm:t>
        <a:bodyPr/>
        <a:lstStyle/>
        <a:p>
          <a:pPr>
            <a:buNone/>
          </a:pPr>
          <a:r>
            <a:rPr lang="en-IN" b="0" i="0" dirty="0"/>
            <a:t>DP features (7 total)</a:t>
          </a:r>
          <a:endParaRPr lang="en-IN" dirty="0"/>
        </a:p>
      </dgm:t>
    </dgm:pt>
    <dgm:pt modelId="{9DFF40AA-5D78-4C79-876D-565E8F0A0C82}" type="parTrans" cxnId="{0DB06772-0177-4395-B6BC-E87EF7ECB5FA}">
      <dgm:prSet/>
      <dgm:spPr/>
      <dgm:t>
        <a:bodyPr/>
        <a:lstStyle/>
        <a:p>
          <a:endParaRPr lang="en-IN"/>
        </a:p>
      </dgm:t>
    </dgm:pt>
    <dgm:pt modelId="{A4E7612E-2F3E-404B-9BA5-914F4E1C564D}" type="sibTrans" cxnId="{0DB06772-0177-4395-B6BC-E87EF7ECB5FA}">
      <dgm:prSet/>
      <dgm:spPr/>
      <dgm:t>
        <a:bodyPr/>
        <a:lstStyle/>
        <a:p>
          <a:endParaRPr lang="en-IN"/>
        </a:p>
      </dgm:t>
    </dgm:pt>
    <dgm:pt modelId="{9C28D8C8-B712-43A8-86CF-A0EF7BA4871A}">
      <dgm:prSet phldrT="[Text]"/>
      <dgm:spPr/>
      <dgm:t>
        <a:bodyPr/>
        <a:lstStyle/>
        <a:p>
          <a:pPr>
            <a:buNone/>
          </a:pPr>
          <a:r>
            <a:rPr lang="en-IN" b="0" i="0" dirty="0" err="1"/>
            <a:t>false_positive</a:t>
          </a:r>
          <a:r>
            <a:rPr lang="en-IN" b="0" i="0" dirty="0"/>
            <a:t> </a:t>
          </a:r>
          <a:r>
            <a:rPr lang="en-US" b="0" i="0" dirty="0"/>
            <a:t>(</a:t>
          </a:r>
          <a:r>
            <a:rPr lang="en-US" b="0" i="0" dirty="0" err="1"/>
            <a:t>dp_confirmed</a:t>
          </a:r>
          <a:r>
            <a:rPr lang="en-US" b="0" i="0" dirty="0"/>
            <a:t>=1 AND t+7=0)</a:t>
          </a:r>
          <a:endParaRPr lang="en-IN" dirty="0"/>
        </a:p>
      </dgm:t>
    </dgm:pt>
    <dgm:pt modelId="{E74A1C3D-D800-4D44-BCA8-FEF3B8BDAB7E}" type="parTrans" cxnId="{9BF0E2E0-8494-4EF1-A992-C5778B7CFFA2}">
      <dgm:prSet/>
      <dgm:spPr/>
      <dgm:t>
        <a:bodyPr/>
        <a:lstStyle/>
        <a:p>
          <a:endParaRPr lang="en-IN"/>
        </a:p>
      </dgm:t>
    </dgm:pt>
    <dgm:pt modelId="{E647E0BD-27AE-444A-AB89-5B3D8DD35EA9}" type="sibTrans" cxnId="{9BF0E2E0-8494-4EF1-A992-C5778B7CFFA2}">
      <dgm:prSet/>
      <dgm:spPr/>
      <dgm:t>
        <a:bodyPr/>
        <a:lstStyle/>
        <a:p>
          <a:endParaRPr lang="en-IN"/>
        </a:p>
      </dgm:t>
    </dgm:pt>
    <dgm:pt modelId="{3E977B66-1E89-4A6D-975B-AC979CF1AC79}">
      <dgm:prSet phldrT="[Text]"/>
      <dgm:spPr/>
      <dgm:t>
        <a:bodyPr/>
        <a:lstStyle/>
        <a:p>
          <a:pPr>
            <a:buNone/>
          </a:pPr>
          <a:r>
            <a:rPr lang="en-IN" b="0" i="0" dirty="0" err="1"/>
            <a:t>fp_penalty</a:t>
          </a:r>
          <a:r>
            <a:rPr lang="en-IN" b="0" i="0" dirty="0"/>
            <a:t>, </a:t>
          </a:r>
          <a:r>
            <a:rPr lang="en-IN" b="0" i="0" dirty="0" err="1"/>
            <a:t>sample_weight</a:t>
          </a:r>
          <a:endParaRPr lang="en-IN" dirty="0"/>
        </a:p>
      </dgm:t>
    </dgm:pt>
    <dgm:pt modelId="{77F8879D-CD41-4D08-90DA-9AAAE7A2C8E6}" type="parTrans" cxnId="{11673D4E-5039-4302-B675-99FCAED22C4E}">
      <dgm:prSet/>
      <dgm:spPr/>
      <dgm:t>
        <a:bodyPr/>
        <a:lstStyle/>
        <a:p>
          <a:endParaRPr lang="en-IN"/>
        </a:p>
      </dgm:t>
    </dgm:pt>
    <dgm:pt modelId="{F32A7BC5-9BD2-4F07-9B16-74516670811C}" type="sibTrans" cxnId="{11673D4E-5039-4302-B675-99FCAED22C4E}">
      <dgm:prSet/>
      <dgm:spPr/>
      <dgm:t>
        <a:bodyPr/>
        <a:lstStyle/>
        <a:p>
          <a:endParaRPr lang="en-IN"/>
        </a:p>
      </dgm:t>
    </dgm:pt>
    <dgm:pt modelId="{213F6ACB-B393-4153-968E-BAFD4D7C6956}">
      <dgm:prSet phldrT="[Text]"/>
      <dgm:spPr/>
      <dgm:t>
        <a:bodyPr/>
        <a:lstStyle/>
        <a:p>
          <a:pPr>
            <a:buNone/>
          </a:pPr>
          <a:r>
            <a:rPr lang="en-IN" b="0" i="0" dirty="0" err="1"/>
            <a:t>dp_confirmed_outbreak</a:t>
          </a:r>
          <a:r>
            <a:rPr lang="en-IN" b="0" i="0" dirty="0"/>
            <a:t> (noisy detector)</a:t>
          </a:r>
          <a:endParaRPr lang="en-IN" dirty="0"/>
        </a:p>
      </dgm:t>
    </dgm:pt>
    <dgm:pt modelId="{AA06CB3C-A548-4488-AB6F-5D80E7CE705E}" type="parTrans" cxnId="{7B77ECED-8A64-485E-81EE-2D8E95940284}">
      <dgm:prSet/>
      <dgm:spPr/>
      <dgm:t>
        <a:bodyPr/>
        <a:lstStyle/>
        <a:p>
          <a:endParaRPr lang="en-IN"/>
        </a:p>
      </dgm:t>
    </dgm:pt>
    <dgm:pt modelId="{6B8BA781-5342-4F17-8A79-42C4AECD1539}" type="sibTrans" cxnId="{7B77ECED-8A64-485E-81EE-2D8E95940284}">
      <dgm:prSet/>
      <dgm:spPr/>
      <dgm:t>
        <a:bodyPr/>
        <a:lstStyle/>
        <a:p>
          <a:endParaRPr lang="en-IN"/>
        </a:p>
      </dgm:t>
    </dgm:pt>
    <dgm:pt modelId="{636073B6-1911-4C64-8335-DC1B02C6F1B6}">
      <dgm:prSet phldrT="[Text]"/>
      <dgm:spPr/>
      <dgm:t>
        <a:bodyPr/>
        <a:lstStyle/>
        <a:p>
          <a:pPr>
            <a:buNone/>
          </a:pPr>
          <a:r>
            <a:rPr lang="en-IN" b="0" i="0" dirty="0"/>
            <a:t>ml_f1 on [test] (confirmed_outbreak vs </a:t>
          </a:r>
          <a:r>
            <a:rPr lang="en-IN" b="0" i="0" dirty="0" err="1"/>
            <a:t>ml_corrected_outbreak</a:t>
          </a:r>
          <a:r>
            <a:rPr lang="en-IN" b="0" i="0" dirty="0"/>
            <a:t>)</a:t>
          </a:r>
          <a:endParaRPr lang="en-IN" dirty="0"/>
        </a:p>
      </dgm:t>
    </dgm:pt>
    <dgm:pt modelId="{974F9ADE-49A4-4625-A48E-71E11FE94170}" type="parTrans" cxnId="{2B4A663A-A134-41A3-8244-D7A97680D9CA}">
      <dgm:prSet/>
      <dgm:spPr/>
      <dgm:t>
        <a:bodyPr/>
        <a:lstStyle/>
        <a:p>
          <a:endParaRPr lang="en-IN"/>
        </a:p>
      </dgm:t>
    </dgm:pt>
    <dgm:pt modelId="{6BFBB355-C9D1-4783-A01A-C82A39678994}" type="sibTrans" cxnId="{2B4A663A-A134-41A3-8244-D7A97680D9CA}">
      <dgm:prSet/>
      <dgm:spPr/>
      <dgm:t>
        <a:bodyPr/>
        <a:lstStyle/>
        <a:p>
          <a:endParaRPr lang="en-IN"/>
        </a:p>
      </dgm:t>
    </dgm:pt>
    <dgm:pt modelId="{14678741-817E-4E4D-9752-764B1E3C7780}" type="pres">
      <dgm:prSet presAssocID="{55580296-5EA5-4B5F-9E20-79BDDAAC6A9C}" presName="diagram" presStyleCnt="0">
        <dgm:presLayoutVars>
          <dgm:dir/>
          <dgm:resizeHandles val="exact"/>
        </dgm:presLayoutVars>
      </dgm:prSet>
      <dgm:spPr/>
    </dgm:pt>
    <dgm:pt modelId="{0351FA29-00FA-4DD6-8B7A-DE21E7B3F390}" type="pres">
      <dgm:prSet presAssocID="{33C51A22-81D3-4C46-A9D9-B69EC8788F5A}" presName="node" presStyleLbl="node1" presStyleIdx="0" presStyleCnt="11">
        <dgm:presLayoutVars>
          <dgm:bulletEnabled val="1"/>
        </dgm:presLayoutVars>
      </dgm:prSet>
      <dgm:spPr/>
    </dgm:pt>
    <dgm:pt modelId="{5A195763-4EE7-45F1-B4E5-1655F0BE8B56}" type="pres">
      <dgm:prSet presAssocID="{C015D8E4-50A3-4239-87C8-1D7711978032}" presName="sibTrans" presStyleLbl="sibTrans2D1" presStyleIdx="0" presStyleCnt="10"/>
      <dgm:spPr/>
    </dgm:pt>
    <dgm:pt modelId="{E494FDA1-89BE-47EC-AC79-ED858F263C4C}" type="pres">
      <dgm:prSet presAssocID="{C015D8E4-50A3-4239-87C8-1D7711978032}" presName="connectorText" presStyleLbl="sibTrans2D1" presStyleIdx="0" presStyleCnt="10"/>
      <dgm:spPr/>
    </dgm:pt>
    <dgm:pt modelId="{FD984735-EF95-48AE-8E2A-746885A2B850}" type="pres">
      <dgm:prSet presAssocID="{1A1BD73A-539E-40A8-AB4D-BF47B4CED962}" presName="node" presStyleLbl="node1" presStyleIdx="1" presStyleCnt="11">
        <dgm:presLayoutVars>
          <dgm:bulletEnabled val="1"/>
        </dgm:presLayoutVars>
      </dgm:prSet>
      <dgm:spPr/>
    </dgm:pt>
    <dgm:pt modelId="{445A22CF-8934-43AB-B574-9A24010711D6}" type="pres">
      <dgm:prSet presAssocID="{2C79D003-2A87-45F7-B732-24A48CF00220}" presName="sibTrans" presStyleLbl="sibTrans2D1" presStyleIdx="1" presStyleCnt="10"/>
      <dgm:spPr/>
    </dgm:pt>
    <dgm:pt modelId="{413F8F1D-F4E5-4231-9EB2-4B040B049008}" type="pres">
      <dgm:prSet presAssocID="{2C79D003-2A87-45F7-B732-24A48CF00220}" presName="connectorText" presStyleLbl="sibTrans2D1" presStyleIdx="1" presStyleCnt="10"/>
      <dgm:spPr/>
    </dgm:pt>
    <dgm:pt modelId="{24112A05-84B0-4494-9D00-1D4AD0A97FDA}" type="pres">
      <dgm:prSet presAssocID="{D2451D05-1FFD-4E90-8A94-C5A4C55F1ED6}" presName="node" presStyleLbl="node1" presStyleIdx="2" presStyleCnt="11">
        <dgm:presLayoutVars>
          <dgm:bulletEnabled val="1"/>
        </dgm:presLayoutVars>
      </dgm:prSet>
      <dgm:spPr/>
    </dgm:pt>
    <dgm:pt modelId="{3342AD0A-2C53-43A5-91D4-7118D4D2AC42}" type="pres">
      <dgm:prSet presAssocID="{F89454D1-846D-4DF5-92F2-082529FB0367}" presName="sibTrans" presStyleLbl="sibTrans2D1" presStyleIdx="2" presStyleCnt="10"/>
      <dgm:spPr/>
    </dgm:pt>
    <dgm:pt modelId="{6968374D-A824-4556-AEA1-B717AF2FFD99}" type="pres">
      <dgm:prSet presAssocID="{F89454D1-846D-4DF5-92F2-082529FB0367}" presName="connectorText" presStyleLbl="sibTrans2D1" presStyleIdx="2" presStyleCnt="10"/>
      <dgm:spPr/>
    </dgm:pt>
    <dgm:pt modelId="{5F201766-7B9D-4B6F-A4FA-2363DC254515}" type="pres">
      <dgm:prSet presAssocID="{6D0215C2-0F29-4361-867B-E6EFC8218471}" presName="node" presStyleLbl="node1" presStyleIdx="3" presStyleCnt="11">
        <dgm:presLayoutVars>
          <dgm:bulletEnabled val="1"/>
        </dgm:presLayoutVars>
      </dgm:prSet>
      <dgm:spPr/>
    </dgm:pt>
    <dgm:pt modelId="{E0672D3C-D7BB-46D2-96E0-F849F330AF3C}" type="pres">
      <dgm:prSet presAssocID="{6A426405-B032-4B40-8D89-88DE7224E442}" presName="sibTrans" presStyleLbl="sibTrans2D1" presStyleIdx="3" presStyleCnt="10"/>
      <dgm:spPr/>
    </dgm:pt>
    <dgm:pt modelId="{B3FF119A-8AD8-4B8C-A0D2-76FB64B271B1}" type="pres">
      <dgm:prSet presAssocID="{6A426405-B032-4B40-8D89-88DE7224E442}" presName="connectorText" presStyleLbl="sibTrans2D1" presStyleIdx="3" presStyleCnt="10"/>
      <dgm:spPr/>
    </dgm:pt>
    <dgm:pt modelId="{CFB6CED3-F92C-4CCE-A647-681824B3A9EF}" type="pres">
      <dgm:prSet presAssocID="{213F6ACB-B393-4153-968E-BAFD4D7C6956}" presName="node" presStyleLbl="node1" presStyleIdx="4" presStyleCnt="11">
        <dgm:presLayoutVars>
          <dgm:bulletEnabled val="1"/>
        </dgm:presLayoutVars>
      </dgm:prSet>
      <dgm:spPr/>
    </dgm:pt>
    <dgm:pt modelId="{47C1547D-394E-4F17-896C-CE25745B9A6D}" type="pres">
      <dgm:prSet presAssocID="{6B8BA781-5342-4F17-8A79-42C4AECD1539}" presName="sibTrans" presStyleLbl="sibTrans2D1" presStyleIdx="4" presStyleCnt="10"/>
      <dgm:spPr/>
    </dgm:pt>
    <dgm:pt modelId="{C080E5E2-CE38-450F-ACB9-10F43B4F2D18}" type="pres">
      <dgm:prSet presAssocID="{6B8BA781-5342-4F17-8A79-42C4AECD1539}" presName="connectorText" presStyleLbl="sibTrans2D1" presStyleIdx="4" presStyleCnt="10"/>
      <dgm:spPr/>
    </dgm:pt>
    <dgm:pt modelId="{F831A2C4-BFBE-4586-8A86-F37DD043D913}" type="pres">
      <dgm:prSet presAssocID="{ADD81AA1-976C-4E26-B086-C83387C643B5}" presName="node" presStyleLbl="node1" presStyleIdx="5" presStyleCnt="11">
        <dgm:presLayoutVars>
          <dgm:bulletEnabled val="1"/>
        </dgm:presLayoutVars>
      </dgm:prSet>
      <dgm:spPr/>
    </dgm:pt>
    <dgm:pt modelId="{955A8902-D0E0-4093-A9DB-B703998AB8C4}" type="pres">
      <dgm:prSet presAssocID="{5F62D7B6-49C3-4EB9-8335-3A664D95436C}" presName="sibTrans" presStyleLbl="sibTrans2D1" presStyleIdx="5" presStyleCnt="10"/>
      <dgm:spPr/>
    </dgm:pt>
    <dgm:pt modelId="{E789965C-07A2-44D0-A4D3-A328CBA08444}" type="pres">
      <dgm:prSet presAssocID="{5F62D7B6-49C3-4EB9-8335-3A664D95436C}" presName="connectorText" presStyleLbl="sibTrans2D1" presStyleIdx="5" presStyleCnt="10"/>
      <dgm:spPr/>
    </dgm:pt>
    <dgm:pt modelId="{C81D16DC-EA3A-49AA-9DF8-5CC75345AFFD}" type="pres">
      <dgm:prSet presAssocID="{78FFFC06-36D1-4DFB-8DEE-7831913BF690}" presName="node" presStyleLbl="node1" presStyleIdx="6" presStyleCnt="11">
        <dgm:presLayoutVars>
          <dgm:bulletEnabled val="1"/>
        </dgm:presLayoutVars>
      </dgm:prSet>
      <dgm:spPr/>
    </dgm:pt>
    <dgm:pt modelId="{9247CDD3-7F8B-4DC8-BCCA-920EE07D5ACD}" type="pres">
      <dgm:prSet presAssocID="{A4E7612E-2F3E-404B-9BA5-914F4E1C564D}" presName="sibTrans" presStyleLbl="sibTrans2D1" presStyleIdx="6" presStyleCnt="10"/>
      <dgm:spPr/>
    </dgm:pt>
    <dgm:pt modelId="{65069CD5-5C09-4DF6-995C-FCFE6038348A}" type="pres">
      <dgm:prSet presAssocID="{A4E7612E-2F3E-404B-9BA5-914F4E1C564D}" presName="connectorText" presStyleLbl="sibTrans2D1" presStyleIdx="6" presStyleCnt="10"/>
      <dgm:spPr/>
    </dgm:pt>
    <dgm:pt modelId="{1AF7F542-1D40-4781-ADAC-2D937133C92F}" type="pres">
      <dgm:prSet presAssocID="{9C28D8C8-B712-43A8-86CF-A0EF7BA4871A}" presName="node" presStyleLbl="node1" presStyleIdx="7" presStyleCnt="11">
        <dgm:presLayoutVars>
          <dgm:bulletEnabled val="1"/>
        </dgm:presLayoutVars>
      </dgm:prSet>
      <dgm:spPr/>
    </dgm:pt>
    <dgm:pt modelId="{11A86053-FD24-47C5-A370-E6C5976FFC0F}" type="pres">
      <dgm:prSet presAssocID="{E647E0BD-27AE-444A-AB89-5B3D8DD35EA9}" presName="sibTrans" presStyleLbl="sibTrans2D1" presStyleIdx="7" presStyleCnt="10"/>
      <dgm:spPr/>
    </dgm:pt>
    <dgm:pt modelId="{FF2A7127-B24B-4BDB-A0A4-A57DA70C99CB}" type="pres">
      <dgm:prSet presAssocID="{E647E0BD-27AE-444A-AB89-5B3D8DD35EA9}" presName="connectorText" presStyleLbl="sibTrans2D1" presStyleIdx="7" presStyleCnt="10"/>
      <dgm:spPr/>
    </dgm:pt>
    <dgm:pt modelId="{DBF1E9B7-AE31-4C6D-9B78-FF037ABC756B}" type="pres">
      <dgm:prSet presAssocID="{3E977B66-1E89-4A6D-975B-AC979CF1AC79}" presName="node" presStyleLbl="node1" presStyleIdx="8" presStyleCnt="11">
        <dgm:presLayoutVars>
          <dgm:bulletEnabled val="1"/>
        </dgm:presLayoutVars>
      </dgm:prSet>
      <dgm:spPr/>
    </dgm:pt>
    <dgm:pt modelId="{01ECC73E-3258-4033-A57F-4D83AF511214}" type="pres">
      <dgm:prSet presAssocID="{F32A7BC5-9BD2-4F07-9B16-74516670811C}" presName="sibTrans" presStyleLbl="sibTrans2D1" presStyleIdx="8" presStyleCnt="10"/>
      <dgm:spPr/>
    </dgm:pt>
    <dgm:pt modelId="{81BD99C7-A6B6-4840-BA35-3C07D5710B32}" type="pres">
      <dgm:prSet presAssocID="{F32A7BC5-9BD2-4F07-9B16-74516670811C}" presName="connectorText" presStyleLbl="sibTrans2D1" presStyleIdx="8" presStyleCnt="10"/>
      <dgm:spPr/>
    </dgm:pt>
    <dgm:pt modelId="{311ACED3-8C84-42CF-961C-1BE6BB5EE30B}" type="pres">
      <dgm:prSet presAssocID="{7CACFFC0-BF44-4FE5-8BF9-7BF6846F0A88}" presName="node" presStyleLbl="node1" presStyleIdx="9" presStyleCnt="11">
        <dgm:presLayoutVars>
          <dgm:bulletEnabled val="1"/>
        </dgm:presLayoutVars>
      </dgm:prSet>
      <dgm:spPr/>
    </dgm:pt>
    <dgm:pt modelId="{BA7F4F90-7E10-43E2-A81B-9C9418E5A743}" type="pres">
      <dgm:prSet presAssocID="{6372CD14-9B24-433B-9F7D-EABABAA317BF}" presName="sibTrans" presStyleLbl="sibTrans2D1" presStyleIdx="9" presStyleCnt="10"/>
      <dgm:spPr/>
    </dgm:pt>
    <dgm:pt modelId="{EFCBEDDB-80C5-41C7-A218-CF6CE80832F9}" type="pres">
      <dgm:prSet presAssocID="{6372CD14-9B24-433B-9F7D-EABABAA317BF}" presName="connectorText" presStyleLbl="sibTrans2D1" presStyleIdx="9" presStyleCnt="10"/>
      <dgm:spPr/>
    </dgm:pt>
    <dgm:pt modelId="{14427548-7147-4F78-84F0-54827A138BAE}" type="pres">
      <dgm:prSet presAssocID="{636073B6-1911-4C64-8335-DC1B02C6F1B6}" presName="node" presStyleLbl="node1" presStyleIdx="10" presStyleCnt="11">
        <dgm:presLayoutVars>
          <dgm:bulletEnabled val="1"/>
        </dgm:presLayoutVars>
      </dgm:prSet>
      <dgm:spPr/>
    </dgm:pt>
  </dgm:ptLst>
  <dgm:cxnLst>
    <dgm:cxn modelId="{3FF1D607-FE31-4EE2-AB17-E0FE332A72FA}" type="presOf" srcId="{6A426405-B032-4B40-8D89-88DE7224E442}" destId="{B3FF119A-8AD8-4B8C-A0D2-76FB64B271B1}" srcOrd="1" destOrd="0" presId="urn:microsoft.com/office/officeart/2005/8/layout/process5"/>
    <dgm:cxn modelId="{3683380C-62DC-44CF-A1CF-EADC3F2D9F5C}" type="presOf" srcId="{D2451D05-1FFD-4E90-8A94-C5A4C55F1ED6}" destId="{24112A05-84B0-4494-9D00-1D4AD0A97FDA}" srcOrd="0" destOrd="0" presId="urn:microsoft.com/office/officeart/2005/8/layout/process5"/>
    <dgm:cxn modelId="{2CF71D12-6F71-40A4-9C8C-DEACF7A353C0}" type="presOf" srcId="{C015D8E4-50A3-4239-87C8-1D7711978032}" destId="{E494FDA1-89BE-47EC-AC79-ED858F263C4C}" srcOrd="1" destOrd="0" presId="urn:microsoft.com/office/officeart/2005/8/layout/process5"/>
    <dgm:cxn modelId="{9A458F1B-5F5C-4EE2-892E-F4A7F6CE4B44}" type="presOf" srcId="{ADD81AA1-976C-4E26-B086-C83387C643B5}" destId="{F831A2C4-BFBE-4586-8A86-F37DD043D913}" srcOrd="0" destOrd="0" presId="urn:microsoft.com/office/officeart/2005/8/layout/process5"/>
    <dgm:cxn modelId="{60D0D320-D0DE-4314-8FBE-F88D19FFDF5D}" type="presOf" srcId="{6A426405-B032-4B40-8D89-88DE7224E442}" destId="{E0672D3C-D7BB-46D2-96E0-F849F330AF3C}" srcOrd="0" destOrd="0" presId="urn:microsoft.com/office/officeart/2005/8/layout/process5"/>
    <dgm:cxn modelId="{3F1A7321-D38E-4122-8EAB-C8DB6172C5C8}" type="presOf" srcId="{1A1BD73A-539E-40A8-AB4D-BF47B4CED962}" destId="{FD984735-EF95-48AE-8E2A-746885A2B850}" srcOrd="0" destOrd="0" presId="urn:microsoft.com/office/officeart/2005/8/layout/process5"/>
    <dgm:cxn modelId="{99C60925-6C8E-40B5-A0D2-A54D9BA83764}" type="presOf" srcId="{213F6ACB-B393-4153-968E-BAFD4D7C6956}" destId="{CFB6CED3-F92C-4CCE-A647-681824B3A9EF}" srcOrd="0" destOrd="0" presId="urn:microsoft.com/office/officeart/2005/8/layout/process5"/>
    <dgm:cxn modelId="{0EC93825-B849-4525-9744-C87ECA8007E0}" srcId="{55580296-5EA5-4B5F-9E20-79BDDAAC6A9C}" destId="{6D0215C2-0F29-4361-867B-E6EFC8218471}" srcOrd="3" destOrd="0" parTransId="{774E346E-2B29-4D11-AF73-9D53809EC258}" sibTransId="{6A426405-B032-4B40-8D89-88DE7224E442}"/>
    <dgm:cxn modelId="{F0501D27-F99C-4115-B478-A878BAD79944}" type="presOf" srcId="{3E977B66-1E89-4A6D-975B-AC979CF1AC79}" destId="{DBF1E9B7-AE31-4C6D-9B78-FF037ABC756B}" srcOrd="0" destOrd="0" presId="urn:microsoft.com/office/officeart/2005/8/layout/process5"/>
    <dgm:cxn modelId="{05A9CB28-6829-48E1-80E3-93BEFA7CE07D}" type="presOf" srcId="{F89454D1-846D-4DF5-92F2-082529FB0367}" destId="{3342AD0A-2C53-43A5-91D4-7118D4D2AC42}" srcOrd="0" destOrd="0" presId="urn:microsoft.com/office/officeart/2005/8/layout/process5"/>
    <dgm:cxn modelId="{D4F3A12A-AC50-41A0-819A-E14609A63C04}" type="presOf" srcId="{7CACFFC0-BF44-4FE5-8BF9-7BF6846F0A88}" destId="{311ACED3-8C84-42CF-961C-1BE6BB5EE30B}" srcOrd="0" destOrd="0" presId="urn:microsoft.com/office/officeart/2005/8/layout/process5"/>
    <dgm:cxn modelId="{8355D633-1C45-42B3-BCC3-0AFB25F39B1B}" srcId="{55580296-5EA5-4B5F-9E20-79BDDAAC6A9C}" destId="{D2451D05-1FFD-4E90-8A94-C5A4C55F1ED6}" srcOrd="2" destOrd="0" parTransId="{DCBD5291-69D9-4FCD-9EAB-7C683F643455}" sibTransId="{F89454D1-846D-4DF5-92F2-082529FB0367}"/>
    <dgm:cxn modelId="{2B4A663A-A134-41A3-8244-D7A97680D9CA}" srcId="{55580296-5EA5-4B5F-9E20-79BDDAAC6A9C}" destId="{636073B6-1911-4C64-8335-DC1B02C6F1B6}" srcOrd="10" destOrd="0" parTransId="{974F9ADE-49A4-4625-A48E-71E11FE94170}" sibTransId="{6BFBB355-C9D1-4783-A01A-C82A39678994}"/>
    <dgm:cxn modelId="{C8B75B5B-35B8-4711-9E6A-F0DB6C1873B3}" type="presOf" srcId="{636073B6-1911-4C64-8335-DC1B02C6F1B6}" destId="{14427548-7147-4F78-84F0-54827A138BAE}" srcOrd="0" destOrd="0" presId="urn:microsoft.com/office/officeart/2005/8/layout/process5"/>
    <dgm:cxn modelId="{E8F0525B-F72C-4373-B07E-D521BB07DADE}" type="presOf" srcId="{2C79D003-2A87-45F7-B732-24A48CF00220}" destId="{413F8F1D-F4E5-4231-9EB2-4B040B049008}" srcOrd="1" destOrd="0" presId="urn:microsoft.com/office/officeart/2005/8/layout/process5"/>
    <dgm:cxn modelId="{AE750D62-B119-41B9-A4A1-A74EE9C2D90D}" type="presOf" srcId="{F32A7BC5-9BD2-4F07-9B16-74516670811C}" destId="{81BD99C7-A6B6-4840-BA35-3C07D5710B32}" srcOrd="1" destOrd="0" presId="urn:microsoft.com/office/officeart/2005/8/layout/process5"/>
    <dgm:cxn modelId="{1EB2A963-508C-40E8-9969-FC6F89088B56}" type="presOf" srcId="{33C51A22-81D3-4C46-A9D9-B69EC8788F5A}" destId="{0351FA29-00FA-4DD6-8B7A-DE21E7B3F390}" srcOrd="0" destOrd="0" presId="urn:microsoft.com/office/officeart/2005/8/layout/process5"/>
    <dgm:cxn modelId="{AA31D743-BABD-443F-BFA6-099DE4AE7AC1}" type="presOf" srcId="{E647E0BD-27AE-444A-AB89-5B3D8DD35EA9}" destId="{11A86053-FD24-47C5-A370-E6C5976FFC0F}" srcOrd="0" destOrd="0" presId="urn:microsoft.com/office/officeart/2005/8/layout/process5"/>
    <dgm:cxn modelId="{2A542946-1782-4F38-BC6C-C8066E7DA2F8}" type="presOf" srcId="{2C79D003-2A87-45F7-B732-24A48CF00220}" destId="{445A22CF-8934-43AB-B574-9A24010711D6}" srcOrd="0" destOrd="0" presId="urn:microsoft.com/office/officeart/2005/8/layout/process5"/>
    <dgm:cxn modelId="{5BDEF246-6C7C-4B7B-B8CB-C632A7F5880D}" srcId="{55580296-5EA5-4B5F-9E20-79BDDAAC6A9C}" destId="{7CACFFC0-BF44-4FE5-8BF9-7BF6846F0A88}" srcOrd="9" destOrd="0" parTransId="{71ECF45E-4A28-472E-B2CF-83F2A0050AB8}" sibTransId="{6372CD14-9B24-433B-9F7D-EABABAA317BF}"/>
    <dgm:cxn modelId="{B1A23049-CBB3-49E3-8E9B-224B813E4DB2}" type="presOf" srcId="{78FFFC06-36D1-4DFB-8DEE-7831913BF690}" destId="{C81D16DC-EA3A-49AA-9DF8-5CC75345AFFD}" srcOrd="0" destOrd="0" presId="urn:microsoft.com/office/officeart/2005/8/layout/process5"/>
    <dgm:cxn modelId="{9887FC6C-7C44-4C5A-B20D-7FB118BE36C9}" srcId="{55580296-5EA5-4B5F-9E20-79BDDAAC6A9C}" destId="{1A1BD73A-539E-40A8-AB4D-BF47B4CED962}" srcOrd="1" destOrd="0" parTransId="{21376736-CC0F-42FF-8642-FDCF64C76B41}" sibTransId="{2C79D003-2A87-45F7-B732-24A48CF00220}"/>
    <dgm:cxn modelId="{11673D4E-5039-4302-B675-99FCAED22C4E}" srcId="{55580296-5EA5-4B5F-9E20-79BDDAAC6A9C}" destId="{3E977B66-1E89-4A6D-975B-AC979CF1AC79}" srcOrd="8" destOrd="0" parTransId="{77F8879D-CD41-4D08-90DA-9AAAE7A2C8E6}" sibTransId="{F32A7BC5-9BD2-4F07-9B16-74516670811C}"/>
    <dgm:cxn modelId="{0DB06772-0177-4395-B6BC-E87EF7ECB5FA}" srcId="{55580296-5EA5-4B5F-9E20-79BDDAAC6A9C}" destId="{78FFFC06-36D1-4DFB-8DEE-7831913BF690}" srcOrd="6" destOrd="0" parTransId="{9DFF40AA-5D78-4C79-876D-565E8F0A0C82}" sibTransId="{A4E7612E-2F3E-404B-9BA5-914F4E1C564D}"/>
    <dgm:cxn modelId="{3173D772-B2AC-4AB3-9958-62E02307EC8D}" type="presOf" srcId="{6B8BA781-5342-4F17-8A79-42C4AECD1539}" destId="{47C1547D-394E-4F17-896C-CE25745B9A6D}" srcOrd="0" destOrd="0" presId="urn:microsoft.com/office/officeart/2005/8/layout/process5"/>
    <dgm:cxn modelId="{FA209253-0FDF-4F67-AB4C-76964C9D6F85}" type="presOf" srcId="{6B8BA781-5342-4F17-8A79-42C4AECD1539}" destId="{C080E5E2-CE38-450F-ACB9-10F43B4F2D18}" srcOrd="1" destOrd="0" presId="urn:microsoft.com/office/officeart/2005/8/layout/process5"/>
    <dgm:cxn modelId="{36DBBD54-27CC-4936-BA2D-258DF2FDBDD7}" type="presOf" srcId="{E647E0BD-27AE-444A-AB89-5B3D8DD35EA9}" destId="{FF2A7127-B24B-4BDB-A0A4-A57DA70C99CB}" srcOrd="1" destOrd="0" presId="urn:microsoft.com/office/officeart/2005/8/layout/process5"/>
    <dgm:cxn modelId="{A083EA56-41A9-4B63-960F-8D10F1EF5F74}" type="presOf" srcId="{A4E7612E-2F3E-404B-9BA5-914F4E1C564D}" destId="{65069CD5-5C09-4DF6-995C-FCFE6038348A}" srcOrd="1" destOrd="0" presId="urn:microsoft.com/office/officeart/2005/8/layout/process5"/>
    <dgm:cxn modelId="{CB3F558E-4113-45EC-A1F6-FD320802FB5D}" srcId="{55580296-5EA5-4B5F-9E20-79BDDAAC6A9C}" destId="{33C51A22-81D3-4C46-A9D9-B69EC8788F5A}" srcOrd="0" destOrd="0" parTransId="{BC99B520-5CCC-4BEC-97EF-E3D040D140AE}" sibTransId="{C015D8E4-50A3-4239-87C8-1D7711978032}"/>
    <dgm:cxn modelId="{C41BD28E-57DF-4FD5-B860-963F9E492A3C}" type="presOf" srcId="{F89454D1-846D-4DF5-92F2-082529FB0367}" destId="{6968374D-A824-4556-AEA1-B717AF2FFD99}" srcOrd="1" destOrd="0" presId="urn:microsoft.com/office/officeart/2005/8/layout/process5"/>
    <dgm:cxn modelId="{3AD0ED8E-3BDB-4642-8387-CE09EBA93907}" type="presOf" srcId="{5F62D7B6-49C3-4EB9-8335-3A664D95436C}" destId="{E789965C-07A2-44D0-A4D3-A328CBA08444}" srcOrd="1" destOrd="0" presId="urn:microsoft.com/office/officeart/2005/8/layout/process5"/>
    <dgm:cxn modelId="{BD6B3D95-C8A7-472E-89AE-1F781154422E}" type="presOf" srcId="{6D0215C2-0F29-4361-867B-E6EFC8218471}" destId="{5F201766-7B9D-4B6F-A4FA-2363DC254515}" srcOrd="0" destOrd="0" presId="urn:microsoft.com/office/officeart/2005/8/layout/process5"/>
    <dgm:cxn modelId="{534FA199-B974-4DF6-8266-A80CB0C43D86}" type="presOf" srcId="{C015D8E4-50A3-4239-87C8-1D7711978032}" destId="{5A195763-4EE7-45F1-B4E5-1655F0BE8B56}" srcOrd="0" destOrd="0" presId="urn:microsoft.com/office/officeart/2005/8/layout/process5"/>
    <dgm:cxn modelId="{5C7E5CA6-1EA7-4DF7-8AC4-B676CD4338F0}" type="presOf" srcId="{55580296-5EA5-4B5F-9E20-79BDDAAC6A9C}" destId="{14678741-817E-4E4D-9752-764B1E3C7780}" srcOrd="0" destOrd="0" presId="urn:microsoft.com/office/officeart/2005/8/layout/process5"/>
    <dgm:cxn modelId="{AA3C9ABA-85BE-479C-929B-20DCAC84A155}" type="presOf" srcId="{6372CD14-9B24-433B-9F7D-EABABAA317BF}" destId="{BA7F4F90-7E10-43E2-A81B-9C9418E5A743}" srcOrd="0" destOrd="0" presId="urn:microsoft.com/office/officeart/2005/8/layout/process5"/>
    <dgm:cxn modelId="{E4A222BB-204E-4FCB-91B0-24B3D6C6DBF5}" type="presOf" srcId="{F32A7BC5-9BD2-4F07-9B16-74516670811C}" destId="{01ECC73E-3258-4033-A57F-4D83AF511214}" srcOrd="0" destOrd="0" presId="urn:microsoft.com/office/officeart/2005/8/layout/process5"/>
    <dgm:cxn modelId="{3E6AA9BC-6ADC-45BB-A549-22A15D873D09}" type="presOf" srcId="{A4E7612E-2F3E-404B-9BA5-914F4E1C564D}" destId="{9247CDD3-7F8B-4DC8-BCCA-920EE07D5ACD}" srcOrd="0" destOrd="0" presId="urn:microsoft.com/office/officeart/2005/8/layout/process5"/>
    <dgm:cxn modelId="{BA20EDC2-A8F2-4FA1-825C-6C0392982B07}" type="presOf" srcId="{9C28D8C8-B712-43A8-86CF-A0EF7BA4871A}" destId="{1AF7F542-1D40-4781-ADAC-2D937133C92F}" srcOrd="0" destOrd="0" presId="urn:microsoft.com/office/officeart/2005/8/layout/process5"/>
    <dgm:cxn modelId="{1D4BA5CB-3C8B-4EC5-91F3-1450AE3424AF}" type="presOf" srcId="{5F62D7B6-49C3-4EB9-8335-3A664D95436C}" destId="{955A8902-D0E0-4093-A9DB-B703998AB8C4}" srcOrd="0" destOrd="0" presId="urn:microsoft.com/office/officeart/2005/8/layout/process5"/>
    <dgm:cxn modelId="{5F6712D9-3E7B-4865-9DD5-62F0AFB43D2D}" type="presOf" srcId="{6372CD14-9B24-433B-9F7D-EABABAA317BF}" destId="{EFCBEDDB-80C5-41C7-A218-CF6CE80832F9}" srcOrd="1" destOrd="0" presId="urn:microsoft.com/office/officeart/2005/8/layout/process5"/>
    <dgm:cxn modelId="{A47157DA-CAF9-43CA-BD6A-37ED7FD0026A}" srcId="{55580296-5EA5-4B5F-9E20-79BDDAAC6A9C}" destId="{ADD81AA1-976C-4E26-B086-C83387C643B5}" srcOrd="5" destOrd="0" parTransId="{F82FE1AE-C627-4BE3-9ED2-2451A97F0D53}" sibTransId="{5F62D7B6-49C3-4EB9-8335-3A664D95436C}"/>
    <dgm:cxn modelId="{9BF0E2E0-8494-4EF1-A992-C5778B7CFFA2}" srcId="{55580296-5EA5-4B5F-9E20-79BDDAAC6A9C}" destId="{9C28D8C8-B712-43A8-86CF-A0EF7BA4871A}" srcOrd="7" destOrd="0" parTransId="{E74A1C3D-D800-4D44-BCA8-FEF3B8BDAB7E}" sibTransId="{E647E0BD-27AE-444A-AB89-5B3D8DD35EA9}"/>
    <dgm:cxn modelId="{7B77ECED-8A64-485E-81EE-2D8E95940284}" srcId="{55580296-5EA5-4B5F-9E20-79BDDAAC6A9C}" destId="{213F6ACB-B393-4153-968E-BAFD4D7C6956}" srcOrd="4" destOrd="0" parTransId="{AA06CB3C-A548-4488-AB6F-5D80E7CE705E}" sibTransId="{6B8BA781-5342-4F17-8A79-42C4AECD1539}"/>
    <dgm:cxn modelId="{A37D0E71-A47D-4064-80BC-D0AA351EC14D}" type="presParOf" srcId="{14678741-817E-4E4D-9752-764B1E3C7780}" destId="{0351FA29-00FA-4DD6-8B7A-DE21E7B3F390}" srcOrd="0" destOrd="0" presId="urn:microsoft.com/office/officeart/2005/8/layout/process5"/>
    <dgm:cxn modelId="{4734FDA9-314A-47F2-BD1E-224F0ED4E8B4}" type="presParOf" srcId="{14678741-817E-4E4D-9752-764B1E3C7780}" destId="{5A195763-4EE7-45F1-B4E5-1655F0BE8B56}" srcOrd="1" destOrd="0" presId="urn:microsoft.com/office/officeart/2005/8/layout/process5"/>
    <dgm:cxn modelId="{007D706F-DEB6-4E5C-BBA6-0CB7DAA6FB31}" type="presParOf" srcId="{5A195763-4EE7-45F1-B4E5-1655F0BE8B56}" destId="{E494FDA1-89BE-47EC-AC79-ED858F263C4C}" srcOrd="0" destOrd="0" presId="urn:microsoft.com/office/officeart/2005/8/layout/process5"/>
    <dgm:cxn modelId="{1DC2C01F-C4BD-4E96-906C-EC77F59580FC}" type="presParOf" srcId="{14678741-817E-4E4D-9752-764B1E3C7780}" destId="{FD984735-EF95-48AE-8E2A-746885A2B850}" srcOrd="2" destOrd="0" presId="urn:microsoft.com/office/officeart/2005/8/layout/process5"/>
    <dgm:cxn modelId="{2FD6B5A8-E856-4C4D-8AE3-85AC3F7B432F}" type="presParOf" srcId="{14678741-817E-4E4D-9752-764B1E3C7780}" destId="{445A22CF-8934-43AB-B574-9A24010711D6}" srcOrd="3" destOrd="0" presId="urn:microsoft.com/office/officeart/2005/8/layout/process5"/>
    <dgm:cxn modelId="{F087F79D-9044-4F97-9D94-14BB89F6C4E1}" type="presParOf" srcId="{445A22CF-8934-43AB-B574-9A24010711D6}" destId="{413F8F1D-F4E5-4231-9EB2-4B040B049008}" srcOrd="0" destOrd="0" presId="urn:microsoft.com/office/officeart/2005/8/layout/process5"/>
    <dgm:cxn modelId="{B6D06BA3-8DD2-4CB9-B998-3B24DBE8DAA3}" type="presParOf" srcId="{14678741-817E-4E4D-9752-764B1E3C7780}" destId="{24112A05-84B0-4494-9D00-1D4AD0A97FDA}" srcOrd="4" destOrd="0" presId="urn:microsoft.com/office/officeart/2005/8/layout/process5"/>
    <dgm:cxn modelId="{D7F0ED20-7E78-4B4A-A886-4F65E77728F4}" type="presParOf" srcId="{14678741-817E-4E4D-9752-764B1E3C7780}" destId="{3342AD0A-2C53-43A5-91D4-7118D4D2AC42}" srcOrd="5" destOrd="0" presId="urn:microsoft.com/office/officeart/2005/8/layout/process5"/>
    <dgm:cxn modelId="{A7CCA619-8F12-4620-BBCA-334956A74BA9}" type="presParOf" srcId="{3342AD0A-2C53-43A5-91D4-7118D4D2AC42}" destId="{6968374D-A824-4556-AEA1-B717AF2FFD99}" srcOrd="0" destOrd="0" presId="urn:microsoft.com/office/officeart/2005/8/layout/process5"/>
    <dgm:cxn modelId="{B9C3B4F5-9A45-4C84-853A-3FB1DEFF8106}" type="presParOf" srcId="{14678741-817E-4E4D-9752-764B1E3C7780}" destId="{5F201766-7B9D-4B6F-A4FA-2363DC254515}" srcOrd="6" destOrd="0" presId="urn:microsoft.com/office/officeart/2005/8/layout/process5"/>
    <dgm:cxn modelId="{7110ACA7-21FF-4BD0-9266-AB49A4ACD261}" type="presParOf" srcId="{14678741-817E-4E4D-9752-764B1E3C7780}" destId="{E0672D3C-D7BB-46D2-96E0-F849F330AF3C}" srcOrd="7" destOrd="0" presId="urn:microsoft.com/office/officeart/2005/8/layout/process5"/>
    <dgm:cxn modelId="{4F5DACF2-881F-4CF9-9488-7FC7443407F9}" type="presParOf" srcId="{E0672D3C-D7BB-46D2-96E0-F849F330AF3C}" destId="{B3FF119A-8AD8-4B8C-A0D2-76FB64B271B1}" srcOrd="0" destOrd="0" presId="urn:microsoft.com/office/officeart/2005/8/layout/process5"/>
    <dgm:cxn modelId="{5E09482D-ECF6-45D7-9E10-06DF2A150294}" type="presParOf" srcId="{14678741-817E-4E4D-9752-764B1E3C7780}" destId="{CFB6CED3-F92C-4CCE-A647-681824B3A9EF}" srcOrd="8" destOrd="0" presId="urn:microsoft.com/office/officeart/2005/8/layout/process5"/>
    <dgm:cxn modelId="{C9DB57E3-F1FC-4BD8-B676-E530618A01FF}" type="presParOf" srcId="{14678741-817E-4E4D-9752-764B1E3C7780}" destId="{47C1547D-394E-4F17-896C-CE25745B9A6D}" srcOrd="9" destOrd="0" presId="urn:microsoft.com/office/officeart/2005/8/layout/process5"/>
    <dgm:cxn modelId="{D600767B-454C-4879-BD8D-7E3D5DA5FA0F}" type="presParOf" srcId="{47C1547D-394E-4F17-896C-CE25745B9A6D}" destId="{C080E5E2-CE38-450F-ACB9-10F43B4F2D18}" srcOrd="0" destOrd="0" presId="urn:microsoft.com/office/officeart/2005/8/layout/process5"/>
    <dgm:cxn modelId="{2BD2A136-5B56-4665-9CC4-F29CC123E244}" type="presParOf" srcId="{14678741-817E-4E4D-9752-764B1E3C7780}" destId="{F831A2C4-BFBE-4586-8A86-F37DD043D913}" srcOrd="10" destOrd="0" presId="urn:microsoft.com/office/officeart/2005/8/layout/process5"/>
    <dgm:cxn modelId="{A194221C-B287-4A34-B78F-333A19A8B9CA}" type="presParOf" srcId="{14678741-817E-4E4D-9752-764B1E3C7780}" destId="{955A8902-D0E0-4093-A9DB-B703998AB8C4}" srcOrd="11" destOrd="0" presId="urn:microsoft.com/office/officeart/2005/8/layout/process5"/>
    <dgm:cxn modelId="{4C1598A4-63E2-493C-B0EF-5B58CB6D72F5}" type="presParOf" srcId="{955A8902-D0E0-4093-A9DB-B703998AB8C4}" destId="{E789965C-07A2-44D0-A4D3-A328CBA08444}" srcOrd="0" destOrd="0" presId="urn:microsoft.com/office/officeart/2005/8/layout/process5"/>
    <dgm:cxn modelId="{A5F96F41-5142-4052-BFA3-CA268969AAE8}" type="presParOf" srcId="{14678741-817E-4E4D-9752-764B1E3C7780}" destId="{C81D16DC-EA3A-49AA-9DF8-5CC75345AFFD}" srcOrd="12" destOrd="0" presId="urn:microsoft.com/office/officeart/2005/8/layout/process5"/>
    <dgm:cxn modelId="{6D43C035-22DC-4816-BE66-E54A59548D5E}" type="presParOf" srcId="{14678741-817E-4E4D-9752-764B1E3C7780}" destId="{9247CDD3-7F8B-4DC8-BCCA-920EE07D5ACD}" srcOrd="13" destOrd="0" presId="urn:microsoft.com/office/officeart/2005/8/layout/process5"/>
    <dgm:cxn modelId="{CE7444A7-C4C1-4F2B-8587-F743A0C91CA8}" type="presParOf" srcId="{9247CDD3-7F8B-4DC8-BCCA-920EE07D5ACD}" destId="{65069CD5-5C09-4DF6-995C-FCFE6038348A}" srcOrd="0" destOrd="0" presId="urn:microsoft.com/office/officeart/2005/8/layout/process5"/>
    <dgm:cxn modelId="{8B05E71E-8970-4F80-BBE3-FBF39C964788}" type="presParOf" srcId="{14678741-817E-4E4D-9752-764B1E3C7780}" destId="{1AF7F542-1D40-4781-ADAC-2D937133C92F}" srcOrd="14" destOrd="0" presId="urn:microsoft.com/office/officeart/2005/8/layout/process5"/>
    <dgm:cxn modelId="{21E403C7-118D-4A92-8D24-DC1E704B19B9}" type="presParOf" srcId="{14678741-817E-4E4D-9752-764B1E3C7780}" destId="{11A86053-FD24-47C5-A370-E6C5976FFC0F}" srcOrd="15" destOrd="0" presId="urn:microsoft.com/office/officeart/2005/8/layout/process5"/>
    <dgm:cxn modelId="{444BEEF6-0FB5-44CC-B308-63FCA8D2A7E1}" type="presParOf" srcId="{11A86053-FD24-47C5-A370-E6C5976FFC0F}" destId="{FF2A7127-B24B-4BDB-A0A4-A57DA70C99CB}" srcOrd="0" destOrd="0" presId="urn:microsoft.com/office/officeart/2005/8/layout/process5"/>
    <dgm:cxn modelId="{2A5A9AA9-D804-43AB-9BCE-F0CB3349B844}" type="presParOf" srcId="{14678741-817E-4E4D-9752-764B1E3C7780}" destId="{DBF1E9B7-AE31-4C6D-9B78-FF037ABC756B}" srcOrd="16" destOrd="0" presId="urn:microsoft.com/office/officeart/2005/8/layout/process5"/>
    <dgm:cxn modelId="{2D66B3E5-FEB0-4B9B-B188-EAAA3E69F189}" type="presParOf" srcId="{14678741-817E-4E4D-9752-764B1E3C7780}" destId="{01ECC73E-3258-4033-A57F-4D83AF511214}" srcOrd="17" destOrd="0" presId="urn:microsoft.com/office/officeart/2005/8/layout/process5"/>
    <dgm:cxn modelId="{BB3F7CBA-165D-40C4-A690-F220C5AD33DF}" type="presParOf" srcId="{01ECC73E-3258-4033-A57F-4D83AF511214}" destId="{81BD99C7-A6B6-4840-BA35-3C07D5710B32}" srcOrd="0" destOrd="0" presId="urn:microsoft.com/office/officeart/2005/8/layout/process5"/>
    <dgm:cxn modelId="{1A1A1E9F-94A1-47EB-9F7F-27208C65EE56}" type="presParOf" srcId="{14678741-817E-4E4D-9752-764B1E3C7780}" destId="{311ACED3-8C84-42CF-961C-1BE6BB5EE30B}" srcOrd="18" destOrd="0" presId="urn:microsoft.com/office/officeart/2005/8/layout/process5"/>
    <dgm:cxn modelId="{F91857D6-3357-4047-AC10-2B44003C3FCB}" type="presParOf" srcId="{14678741-817E-4E4D-9752-764B1E3C7780}" destId="{BA7F4F90-7E10-43E2-A81B-9C9418E5A743}" srcOrd="19" destOrd="0" presId="urn:microsoft.com/office/officeart/2005/8/layout/process5"/>
    <dgm:cxn modelId="{86D92C14-8B01-40B1-AF1D-7357BA3AC7F3}" type="presParOf" srcId="{BA7F4F90-7E10-43E2-A81B-9C9418E5A743}" destId="{EFCBEDDB-80C5-41C7-A218-CF6CE80832F9}" srcOrd="0" destOrd="0" presId="urn:microsoft.com/office/officeart/2005/8/layout/process5"/>
    <dgm:cxn modelId="{7B02E899-1140-4286-8A78-3FABDFADB9A3}" type="presParOf" srcId="{14678741-817E-4E4D-9752-764B1E3C7780}" destId="{14427548-7147-4F78-84F0-54827A138BAE}" srcOrd="20"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CFD673D-0DE2-440C-A5C5-CB52B7719598}" type="doc">
      <dgm:prSet loTypeId="urn:microsoft.com/office/officeart/2008/layout/LinedList" loCatId="list" qsTypeId="urn:microsoft.com/office/officeart/2005/8/quickstyle/simple2" qsCatId="simple" csTypeId="urn:microsoft.com/office/officeart/2005/8/colors/accent1_2" csCatId="accent1" phldr="1"/>
      <dgm:spPr/>
      <dgm:t>
        <a:bodyPr/>
        <a:lstStyle/>
        <a:p>
          <a:endParaRPr lang="en-US"/>
        </a:p>
      </dgm:t>
    </dgm:pt>
    <dgm:pt modelId="{21172C5B-6BC3-416E-B8DE-9051EE4ECF5D}">
      <dgm:prSet/>
      <dgm:spPr/>
      <dgm:t>
        <a:bodyPr/>
        <a:lstStyle/>
        <a:p>
          <a:r>
            <a:rPr lang="en-US" dirty="0"/>
            <a:t>At ε = 0.1, the ML-corrected model improves F1 from 0.5641 → 0.6027 (+3.86%), showing that ML can recover useful signal under strong differential privacy noise.</a:t>
          </a:r>
        </a:p>
      </dgm:t>
    </dgm:pt>
    <dgm:pt modelId="{015CD418-9862-4D0D-8207-0E803F1F6EC1}" type="parTrans" cxnId="{1E897435-E3B4-4873-B70F-47E53E69DF15}">
      <dgm:prSet/>
      <dgm:spPr/>
      <dgm:t>
        <a:bodyPr/>
        <a:lstStyle/>
        <a:p>
          <a:endParaRPr lang="en-US"/>
        </a:p>
      </dgm:t>
    </dgm:pt>
    <dgm:pt modelId="{9318A92A-606B-4D1C-8CD7-B27079459777}" type="sibTrans" cxnId="{1E897435-E3B4-4873-B70F-47E53E69DF15}">
      <dgm:prSet/>
      <dgm:spPr/>
      <dgm:t>
        <a:bodyPr/>
        <a:lstStyle/>
        <a:p>
          <a:pPr>
            <a:lnSpc>
              <a:spcPct val="100000"/>
            </a:lnSpc>
          </a:pPr>
          <a:endParaRPr lang="en-US"/>
        </a:p>
      </dgm:t>
    </dgm:pt>
    <dgm:pt modelId="{8DEC78CE-BD1B-4B3E-8A8E-B0FC3DBCECC9}">
      <dgm:prSet/>
      <dgm:spPr/>
      <dgm:t>
        <a:bodyPr/>
        <a:lstStyle/>
        <a:p>
          <a:r>
            <a:rPr lang="en-US"/>
            <a:t>Performance improves as ε increases, reaching F1 = 0.8718 at ε = 4.0, compared to the baseline 0.7677 (+10.41%).</a:t>
          </a:r>
        </a:p>
      </dgm:t>
    </dgm:pt>
    <dgm:pt modelId="{23E88869-084E-4C4E-9355-8204752D83D3}" type="parTrans" cxnId="{AE2067AC-42C9-48A4-BE76-D8F7A646F61C}">
      <dgm:prSet/>
      <dgm:spPr/>
      <dgm:t>
        <a:bodyPr/>
        <a:lstStyle/>
        <a:p>
          <a:endParaRPr lang="en-US"/>
        </a:p>
      </dgm:t>
    </dgm:pt>
    <dgm:pt modelId="{A66B425A-E03C-4564-81A3-695A78B83723}" type="sibTrans" cxnId="{AE2067AC-42C9-48A4-BE76-D8F7A646F61C}">
      <dgm:prSet/>
      <dgm:spPr/>
      <dgm:t>
        <a:bodyPr/>
        <a:lstStyle/>
        <a:p>
          <a:pPr>
            <a:lnSpc>
              <a:spcPct val="100000"/>
            </a:lnSpc>
          </a:pPr>
          <a:endParaRPr lang="en-US"/>
        </a:p>
      </dgm:t>
    </dgm:pt>
    <dgm:pt modelId="{7BE2EFF4-73EC-45D5-8389-570D669CE61D}">
      <dgm:prSet/>
      <dgm:spPr/>
      <dgm:t>
        <a:bodyPr/>
        <a:lstStyle/>
        <a:p>
          <a:r>
            <a:rPr lang="en-US"/>
            <a:t>The model consistently outperforms the statistical baseline across all ε values, demonstrating the effectiveness of geospatial ML post-processing.</a:t>
          </a:r>
        </a:p>
      </dgm:t>
    </dgm:pt>
    <dgm:pt modelId="{454D6F72-4BEB-483D-9E99-40F99D0AFB12}" type="parTrans" cxnId="{BC37B6B5-DAC4-41C6-BEEA-8B3D8F0A0D47}">
      <dgm:prSet/>
      <dgm:spPr/>
      <dgm:t>
        <a:bodyPr/>
        <a:lstStyle/>
        <a:p>
          <a:endParaRPr lang="en-US"/>
        </a:p>
      </dgm:t>
    </dgm:pt>
    <dgm:pt modelId="{EA0F77B7-3628-4A61-8C70-577472434ACE}" type="sibTrans" cxnId="{BC37B6B5-DAC4-41C6-BEEA-8B3D8F0A0D47}">
      <dgm:prSet/>
      <dgm:spPr/>
      <dgm:t>
        <a:bodyPr/>
        <a:lstStyle/>
        <a:p>
          <a:pPr>
            <a:lnSpc>
              <a:spcPct val="100000"/>
            </a:lnSpc>
          </a:pPr>
          <a:endParaRPr lang="en-US"/>
        </a:p>
      </dgm:t>
    </dgm:pt>
    <dgm:pt modelId="{B7E03846-3EC2-4AB4-B9B7-D0CB0BDC5F4E}">
      <dgm:prSet/>
      <dgm:spPr/>
      <dgm:t>
        <a:bodyPr/>
        <a:lstStyle/>
        <a:p>
          <a:r>
            <a:rPr lang="en-US" dirty="0"/>
            <a:t>ROC curves show strong classification performance, with AUC values between 0.903 and 0.970.</a:t>
          </a:r>
        </a:p>
      </dgm:t>
    </dgm:pt>
    <dgm:pt modelId="{5B5865D1-6955-4015-9F0E-F9593C1A9F23}" type="parTrans" cxnId="{DAD640DE-23FC-45A2-8DBB-1C815B9BD72C}">
      <dgm:prSet/>
      <dgm:spPr/>
      <dgm:t>
        <a:bodyPr/>
        <a:lstStyle/>
        <a:p>
          <a:endParaRPr lang="en-US"/>
        </a:p>
      </dgm:t>
    </dgm:pt>
    <dgm:pt modelId="{9DADDCD0-D013-4E92-B17C-2D53EF5A08C4}" type="sibTrans" cxnId="{DAD640DE-23FC-45A2-8DBB-1C815B9BD72C}">
      <dgm:prSet/>
      <dgm:spPr/>
      <dgm:t>
        <a:bodyPr/>
        <a:lstStyle/>
        <a:p>
          <a:endParaRPr lang="en-US"/>
        </a:p>
      </dgm:t>
    </dgm:pt>
    <dgm:pt modelId="{25C3980A-28A3-451B-A1B7-4A3714BC3433}" type="pres">
      <dgm:prSet presAssocID="{6CFD673D-0DE2-440C-A5C5-CB52B7719598}" presName="vert0" presStyleCnt="0">
        <dgm:presLayoutVars>
          <dgm:dir/>
          <dgm:animOne val="branch"/>
          <dgm:animLvl val="lvl"/>
        </dgm:presLayoutVars>
      </dgm:prSet>
      <dgm:spPr/>
    </dgm:pt>
    <dgm:pt modelId="{276B6E1A-47C1-4F12-9362-51576B6949AB}" type="pres">
      <dgm:prSet presAssocID="{21172C5B-6BC3-416E-B8DE-9051EE4ECF5D}" presName="thickLine" presStyleLbl="alignNode1" presStyleIdx="0" presStyleCnt="4"/>
      <dgm:spPr/>
    </dgm:pt>
    <dgm:pt modelId="{61C0E232-F196-4C36-9607-E650BB85CED5}" type="pres">
      <dgm:prSet presAssocID="{21172C5B-6BC3-416E-B8DE-9051EE4ECF5D}" presName="horz1" presStyleCnt="0"/>
      <dgm:spPr/>
    </dgm:pt>
    <dgm:pt modelId="{4F53A69E-1716-4671-BA7B-8A3E83440A3F}" type="pres">
      <dgm:prSet presAssocID="{21172C5B-6BC3-416E-B8DE-9051EE4ECF5D}" presName="tx1" presStyleLbl="revTx" presStyleIdx="0" presStyleCnt="4"/>
      <dgm:spPr/>
    </dgm:pt>
    <dgm:pt modelId="{F74551A8-190C-4975-A267-82F4A88C7D89}" type="pres">
      <dgm:prSet presAssocID="{21172C5B-6BC3-416E-B8DE-9051EE4ECF5D}" presName="vert1" presStyleCnt="0"/>
      <dgm:spPr/>
    </dgm:pt>
    <dgm:pt modelId="{6B4CF814-C31D-4A6F-985C-8A07F481A3F9}" type="pres">
      <dgm:prSet presAssocID="{8DEC78CE-BD1B-4B3E-8A8E-B0FC3DBCECC9}" presName="thickLine" presStyleLbl="alignNode1" presStyleIdx="1" presStyleCnt="4"/>
      <dgm:spPr/>
    </dgm:pt>
    <dgm:pt modelId="{7233FD70-E958-41C0-802F-F1CD82FBB778}" type="pres">
      <dgm:prSet presAssocID="{8DEC78CE-BD1B-4B3E-8A8E-B0FC3DBCECC9}" presName="horz1" presStyleCnt="0"/>
      <dgm:spPr/>
    </dgm:pt>
    <dgm:pt modelId="{5B95A14F-D35B-4944-9063-05DDF5AF1FB8}" type="pres">
      <dgm:prSet presAssocID="{8DEC78CE-BD1B-4B3E-8A8E-B0FC3DBCECC9}" presName="tx1" presStyleLbl="revTx" presStyleIdx="1" presStyleCnt="4"/>
      <dgm:spPr/>
    </dgm:pt>
    <dgm:pt modelId="{EB1E7A70-A8A6-4803-BD46-DDE2B60C441F}" type="pres">
      <dgm:prSet presAssocID="{8DEC78CE-BD1B-4B3E-8A8E-B0FC3DBCECC9}" presName="vert1" presStyleCnt="0"/>
      <dgm:spPr/>
    </dgm:pt>
    <dgm:pt modelId="{54188EF1-C3BA-4509-AAC7-6A280A87DA4C}" type="pres">
      <dgm:prSet presAssocID="{7BE2EFF4-73EC-45D5-8389-570D669CE61D}" presName="thickLine" presStyleLbl="alignNode1" presStyleIdx="2" presStyleCnt="4"/>
      <dgm:spPr/>
    </dgm:pt>
    <dgm:pt modelId="{A8280DBB-6568-4588-9D5E-10A29DB3A1B8}" type="pres">
      <dgm:prSet presAssocID="{7BE2EFF4-73EC-45D5-8389-570D669CE61D}" presName="horz1" presStyleCnt="0"/>
      <dgm:spPr/>
    </dgm:pt>
    <dgm:pt modelId="{AAF84652-9B61-4456-9314-4F08A12182F8}" type="pres">
      <dgm:prSet presAssocID="{7BE2EFF4-73EC-45D5-8389-570D669CE61D}" presName="tx1" presStyleLbl="revTx" presStyleIdx="2" presStyleCnt="4"/>
      <dgm:spPr/>
    </dgm:pt>
    <dgm:pt modelId="{BFD2B7D6-6A4D-4ACD-B2E3-86AE049218E7}" type="pres">
      <dgm:prSet presAssocID="{7BE2EFF4-73EC-45D5-8389-570D669CE61D}" presName="vert1" presStyleCnt="0"/>
      <dgm:spPr/>
    </dgm:pt>
    <dgm:pt modelId="{ACB44E3A-4376-4FBF-AB6F-0D8FEC235160}" type="pres">
      <dgm:prSet presAssocID="{B7E03846-3EC2-4AB4-B9B7-D0CB0BDC5F4E}" presName="thickLine" presStyleLbl="alignNode1" presStyleIdx="3" presStyleCnt="4"/>
      <dgm:spPr/>
    </dgm:pt>
    <dgm:pt modelId="{747AEFE7-E44D-483D-9135-69AB7DFE9A85}" type="pres">
      <dgm:prSet presAssocID="{B7E03846-3EC2-4AB4-B9B7-D0CB0BDC5F4E}" presName="horz1" presStyleCnt="0"/>
      <dgm:spPr/>
    </dgm:pt>
    <dgm:pt modelId="{A3A82D06-1316-413D-A16F-A1E298F6A0D2}" type="pres">
      <dgm:prSet presAssocID="{B7E03846-3EC2-4AB4-B9B7-D0CB0BDC5F4E}" presName="tx1" presStyleLbl="revTx" presStyleIdx="3" presStyleCnt="4"/>
      <dgm:spPr/>
    </dgm:pt>
    <dgm:pt modelId="{A545B179-0D07-4690-9EA5-BA9AF761A933}" type="pres">
      <dgm:prSet presAssocID="{B7E03846-3EC2-4AB4-B9B7-D0CB0BDC5F4E}" presName="vert1" presStyleCnt="0"/>
      <dgm:spPr/>
    </dgm:pt>
  </dgm:ptLst>
  <dgm:cxnLst>
    <dgm:cxn modelId="{3E44D320-81F9-428B-8203-46759ADD5484}" type="presOf" srcId="{6CFD673D-0DE2-440C-A5C5-CB52B7719598}" destId="{25C3980A-28A3-451B-A1B7-4A3714BC3433}" srcOrd="0" destOrd="0" presId="urn:microsoft.com/office/officeart/2008/layout/LinedList"/>
    <dgm:cxn modelId="{1E897435-E3B4-4873-B70F-47E53E69DF15}" srcId="{6CFD673D-0DE2-440C-A5C5-CB52B7719598}" destId="{21172C5B-6BC3-416E-B8DE-9051EE4ECF5D}" srcOrd="0" destOrd="0" parTransId="{015CD418-9862-4D0D-8207-0E803F1F6EC1}" sibTransId="{9318A92A-606B-4D1C-8CD7-B27079459777}"/>
    <dgm:cxn modelId="{E8DA855E-50AF-47DB-B895-6187C587D76F}" type="presOf" srcId="{B7E03846-3EC2-4AB4-B9B7-D0CB0BDC5F4E}" destId="{A3A82D06-1316-413D-A16F-A1E298F6A0D2}" srcOrd="0" destOrd="0" presId="urn:microsoft.com/office/officeart/2008/layout/LinedList"/>
    <dgm:cxn modelId="{2E6EB799-E89C-4191-935B-15B1F2334FF1}" type="presOf" srcId="{21172C5B-6BC3-416E-B8DE-9051EE4ECF5D}" destId="{4F53A69E-1716-4671-BA7B-8A3E83440A3F}" srcOrd="0" destOrd="0" presId="urn:microsoft.com/office/officeart/2008/layout/LinedList"/>
    <dgm:cxn modelId="{AE2067AC-42C9-48A4-BE76-D8F7A646F61C}" srcId="{6CFD673D-0DE2-440C-A5C5-CB52B7719598}" destId="{8DEC78CE-BD1B-4B3E-8A8E-B0FC3DBCECC9}" srcOrd="1" destOrd="0" parTransId="{23E88869-084E-4C4E-9355-8204752D83D3}" sibTransId="{A66B425A-E03C-4564-81A3-695A78B83723}"/>
    <dgm:cxn modelId="{BC37B6B5-DAC4-41C6-BEEA-8B3D8F0A0D47}" srcId="{6CFD673D-0DE2-440C-A5C5-CB52B7719598}" destId="{7BE2EFF4-73EC-45D5-8389-570D669CE61D}" srcOrd="2" destOrd="0" parTransId="{454D6F72-4BEB-483D-9E99-40F99D0AFB12}" sibTransId="{EA0F77B7-3628-4A61-8C70-577472434ACE}"/>
    <dgm:cxn modelId="{A5466FD9-1142-4009-85C8-E1379B22D60A}" type="presOf" srcId="{7BE2EFF4-73EC-45D5-8389-570D669CE61D}" destId="{AAF84652-9B61-4456-9314-4F08A12182F8}" srcOrd="0" destOrd="0" presId="urn:microsoft.com/office/officeart/2008/layout/LinedList"/>
    <dgm:cxn modelId="{09D7F7DC-0AD2-43FC-95F5-AE7AE43CE978}" type="presOf" srcId="{8DEC78CE-BD1B-4B3E-8A8E-B0FC3DBCECC9}" destId="{5B95A14F-D35B-4944-9063-05DDF5AF1FB8}" srcOrd="0" destOrd="0" presId="urn:microsoft.com/office/officeart/2008/layout/LinedList"/>
    <dgm:cxn modelId="{DAD640DE-23FC-45A2-8DBB-1C815B9BD72C}" srcId="{6CFD673D-0DE2-440C-A5C5-CB52B7719598}" destId="{B7E03846-3EC2-4AB4-B9B7-D0CB0BDC5F4E}" srcOrd="3" destOrd="0" parTransId="{5B5865D1-6955-4015-9F0E-F9593C1A9F23}" sibTransId="{9DADDCD0-D013-4E92-B17C-2D53EF5A08C4}"/>
    <dgm:cxn modelId="{F30D5C79-1AF5-49CA-8105-78CBE4BCF994}" type="presParOf" srcId="{25C3980A-28A3-451B-A1B7-4A3714BC3433}" destId="{276B6E1A-47C1-4F12-9362-51576B6949AB}" srcOrd="0" destOrd="0" presId="urn:microsoft.com/office/officeart/2008/layout/LinedList"/>
    <dgm:cxn modelId="{112A50E1-A9EC-4895-AB35-053738554B73}" type="presParOf" srcId="{25C3980A-28A3-451B-A1B7-4A3714BC3433}" destId="{61C0E232-F196-4C36-9607-E650BB85CED5}" srcOrd="1" destOrd="0" presId="urn:microsoft.com/office/officeart/2008/layout/LinedList"/>
    <dgm:cxn modelId="{F1FD3830-A890-4EAC-94F6-AD5B72B71732}" type="presParOf" srcId="{61C0E232-F196-4C36-9607-E650BB85CED5}" destId="{4F53A69E-1716-4671-BA7B-8A3E83440A3F}" srcOrd="0" destOrd="0" presId="urn:microsoft.com/office/officeart/2008/layout/LinedList"/>
    <dgm:cxn modelId="{43A87A88-6F04-485F-83BF-C710748149B7}" type="presParOf" srcId="{61C0E232-F196-4C36-9607-E650BB85CED5}" destId="{F74551A8-190C-4975-A267-82F4A88C7D89}" srcOrd="1" destOrd="0" presId="urn:microsoft.com/office/officeart/2008/layout/LinedList"/>
    <dgm:cxn modelId="{63DCB61F-06CD-4E14-A1F4-F8E2DAA1990F}" type="presParOf" srcId="{25C3980A-28A3-451B-A1B7-4A3714BC3433}" destId="{6B4CF814-C31D-4A6F-985C-8A07F481A3F9}" srcOrd="2" destOrd="0" presId="urn:microsoft.com/office/officeart/2008/layout/LinedList"/>
    <dgm:cxn modelId="{5545A7FD-4EF3-4E92-A21B-704311F61A07}" type="presParOf" srcId="{25C3980A-28A3-451B-A1B7-4A3714BC3433}" destId="{7233FD70-E958-41C0-802F-F1CD82FBB778}" srcOrd="3" destOrd="0" presId="urn:microsoft.com/office/officeart/2008/layout/LinedList"/>
    <dgm:cxn modelId="{6ECA3795-136D-4C68-A851-30752DC09288}" type="presParOf" srcId="{7233FD70-E958-41C0-802F-F1CD82FBB778}" destId="{5B95A14F-D35B-4944-9063-05DDF5AF1FB8}" srcOrd="0" destOrd="0" presId="urn:microsoft.com/office/officeart/2008/layout/LinedList"/>
    <dgm:cxn modelId="{9FE1549F-18CA-4D00-B7DF-595010DE379C}" type="presParOf" srcId="{7233FD70-E958-41C0-802F-F1CD82FBB778}" destId="{EB1E7A70-A8A6-4803-BD46-DDE2B60C441F}" srcOrd="1" destOrd="0" presId="urn:microsoft.com/office/officeart/2008/layout/LinedList"/>
    <dgm:cxn modelId="{E52EAA1E-DE51-47A4-B12A-91532E15804E}" type="presParOf" srcId="{25C3980A-28A3-451B-A1B7-4A3714BC3433}" destId="{54188EF1-C3BA-4509-AAC7-6A280A87DA4C}" srcOrd="4" destOrd="0" presId="urn:microsoft.com/office/officeart/2008/layout/LinedList"/>
    <dgm:cxn modelId="{0D090D52-1A0B-4791-93ED-AB565FFC72B9}" type="presParOf" srcId="{25C3980A-28A3-451B-A1B7-4A3714BC3433}" destId="{A8280DBB-6568-4588-9D5E-10A29DB3A1B8}" srcOrd="5" destOrd="0" presId="urn:microsoft.com/office/officeart/2008/layout/LinedList"/>
    <dgm:cxn modelId="{AE699C21-3A8C-4E98-910E-0D7DD17A415C}" type="presParOf" srcId="{A8280DBB-6568-4588-9D5E-10A29DB3A1B8}" destId="{AAF84652-9B61-4456-9314-4F08A12182F8}" srcOrd="0" destOrd="0" presId="urn:microsoft.com/office/officeart/2008/layout/LinedList"/>
    <dgm:cxn modelId="{C2D5F49A-E0BC-4D25-9D81-FD1E452A90AA}" type="presParOf" srcId="{A8280DBB-6568-4588-9D5E-10A29DB3A1B8}" destId="{BFD2B7D6-6A4D-4ACD-B2E3-86AE049218E7}" srcOrd="1" destOrd="0" presId="urn:microsoft.com/office/officeart/2008/layout/LinedList"/>
    <dgm:cxn modelId="{10FF9FA6-CCEF-4321-A811-B55071886436}" type="presParOf" srcId="{25C3980A-28A3-451B-A1B7-4A3714BC3433}" destId="{ACB44E3A-4376-4FBF-AB6F-0D8FEC235160}" srcOrd="6" destOrd="0" presId="urn:microsoft.com/office/officeart/2008/layout/LinedList"/>
    <dgm:cxn modelId="{195BF4EF-872C-436E-A822-0D4C2CB58B9F}" type="presParOf" srcId="{25C3980A-28A3-451B-A1B7-4A3714BC3433}" destId="{747AEFE7-E44D-483D-9135-69AB7DFE9A85}" srcOrd="7" destOrd="0" presId="urn:microsoft.com/office/officeart/2008/layout/LinedList"/>
    <dgm:cxn modelId="{85DA7A2D-6F19-4DB2-AF55-C50F9F213201}" type="presParOf" srcId="{747AEFE7-E44D-483D-9135-69AB7DFE9A85}" destId="{A3A82D06-1316-413D-A16F-A1E298F6A0D2}" srcOrd="0" destOrd="0" presId="urn:microsoft.com/office/officeart/2008/layout/LinedList"/>
    <dgm:cxn modelId="{6E6D94E6-6CD0-4F49-8E59-74ABA2867769}" type="presParOf" srcId="{747AEFE7-E44D-483D-9135-69AB7DFE9A85}" destId="{A545B179-0D07-4690-9EA5-BA9AF761A933}" srcOrd="1" destOrd="0" presId="urn:microsoft.com/office/officeart/2008/layout/Lined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6C535B3-101E-4D0E-8D60-92DAC022E0FA}" type="doc">
      <dgm:prSet loTypeId="urn:microsoft.com/office/officeart/2005/8/layout/hierarchy1" loCatId="hierarchy" qsTypeId="urn:microsoft.com/office/officeart/2005/8/quickstyle/simple1" qsCatId="simple" csTypeId="urn:microsoft.com/office/officeart/2005/8/colors/colorful2" csCatId="colorful" phldr="1"/>
      <dgm:spPr/>
      <dgm:t>
        <a:bodyPr/>
        <a:lstStyle/>
        <a:p>
          <a:endParaRPr lang="en-US"/>
        </a:p>
      </dgm:t>
    </dgm:pt>
    <dgm:pt modelId="{D10CF6AF-523E-40AF-A0E9-28C802179A71}">
      <dgm:prSet/>
      <dgm:spPr/>
      <dgm:t>
        <a:bodyPr/>
        <a:lstStyle/>
        <a:p>
          <a:r>
            <a:rPr lang="en-IN" dirty="0"/>
            <a:t>Take a bigger sample data, maybe even combining different datasets.</a:t>
          </a:r>
          <a:endParaRPr lang="en-US" dirty="0"/>
        </a:p>
      </dgm:t>
    </dgm:pt>
    <dgm:pt modelId="{F54610CC-525C-4A18-99BC-303090FC5788}" type="parTrans" cxnId="{7FAE4D1F-3DBF-4F8B-8C4A-0D3DD5C2E783}">
      <dgm:prSet/>
      <dgm:spPr/>
      <dgm:t>
        <a:bodyPr/>
        <a:lstStyle/>
        <a:p>
          <a:endParaRPr lang="en-US"/>
        </a:p>
      </dgm:t>
    </dgm:pt>
    <dgm:pt modelId="{0E6F8D3F-7B23-4D68-8AF1-08DE1040193B}" type="sibTrans" cxnId="{7FAE4D1F-3DBF-4F8B-8C4A-0D3DD5C2E783}">
      <dgm:prSet/>
      <dgm:spPr/>
      <dgm:t>
        <a:bodyPr/>
        <a:lstStyle/>
        <a:p>
          <a:endParaRPr lang="en-US"/>
        </a:p>
      </dgm:t>
    </dgm:pt>
    <dgm:pt modelId="{B37A47A5-202A-4526-B7AF-B29F3F455212}">
      <dgm:prSet/>
      <dgm:spPr/>
      <dgm:t>
        <a:bodyPr/>
        <a:lstStyle/>
        <a:p>
          <a:r>
            <a:rPr lang="en-IN" dirty="0"/>
            <a:t>Train the data on previous outbreaks like SARS, MERS, Swine Flu.</a:t>
          </a:r>
          <a:endParaRPr lang="en-US" dirty="0"/>
        </a:p>
      </dgm:t>
    </dgm:pt>
    <dgm:pt modelId="{F07BC711-0751-4971-AA55-17136356FB86}" type="parTrans" cxnId="{B2FADF32-0EBF-498D-A6C0-F76F31156C82}">
      <dgm:prSet/>
      <dgm:spPr/>
      <dgm:t>
        <a:bodyPr/>
        <a:lstStyle/>
        <a:p>
          <a:endParaRPr lang="en-US"/>
        </a:p>
      </dgm:t>
    </dgm:pt>
    <dgm:pt modelId="{ECE191DA-30BC-40BC-957D-3C7DF047E848}" type="sibTrans" cxnId="{B2FADF32-0EBF-498D-A6C0-F76F31156C82}">
      <dgm:prSet/>
      <dgm:spPr/>
      <dgm:t>
        <a:bodyPr/>
        <a:lstStyle/>
        <a:p>
          <a:endParaRPr lang="en-US"/>
        </a:p>
      </dgm:t>
    </dgm:pt>
    <dgm:pt modelId="{83D2E4F4-5AD9-48E8-AE2A-4333483A1BEC}">
      <dgm:prSet/>
      <dgm:spPr/>
      <dgm:t>
        <a:bodyPr/>
        <a:lstStyle/>
        <a:p>
          <a:r>
            <a:rPr lang="en-IN" dirty="0"/>
            <a:t>Applying noise at the individual patient level before data reaches the server.</a:t>
          </a:r>
          <a:endParaRPr lang="en-US" dirty="0"/>
        </a:p>
      </dgm:t>
    </dgm:pt>
    <dgm:pt modelId="{8ACA28D9-60FC-42B1-8586-79DDD8AEB224}" type="parTrans" cxnId="{94152B49-1C01-44D4-A757-D82CCAF8D3AE}">
      <dgm:prSet/>
      <dgm:spPr/>
      <dgm:t>
        <a:bodyPr/>
        <a:lstStyle/>
        <a:p>
          <a:endParaRPr lang="en-US"/>
        </a:p>
      </dgm:t>
    </dgm:pt>
    <dgm:pt modelId="{194E5A47-A51E-4296-A2E1-7C50E658A7BC}" type="sibTrans" cxnId="{94152B49-1C01-44D4-A757-D82CCAF8D3AE}">
      <dgm:prSet/>
      <dgm:spPr/>
      <dgm:t>
        <a:bodyPr/>
        <a:lstStyle/>
        <a:p>
          <a:endParaRPr lang="en-US"/>
        </a:p>
      </dgm:t>
    </dgm:pt>
    <dgm:pt modelId="{2B501F12-4C12-4D69-BC1A-24C3D3517786}">
      <dgm:prSet/>
      <dgm:spPr/>
      <dgm:t>
        <a:bodyPr/>
        <a:lstStyle/>
        <a:p>
          <a:r>
            <a:rPr lang="en-IN" dirty="0"/>
            <a:t>Adaptive Differential Privacy Mechanisms</a:t>
          </a:r>
        </a:p>
      </dgm:t>
    </dgm:pt>
    <dgm:pt modelId="{EAC9BD6C-5C88-4925-82E7-3671247303F8}" type="parTrans" cxnId="{26C20A54-E231-4546-9B0D-69DE92D65610}">
      <dgm:prSet/>
      <dgm:spPr/>
      <dgm:t>
        <a:bodyPr/>
        <a:lstStyle/>
        <a:p>
          <a:endParaRPr lang="en-IN"/>
        </a:p>
      </dgm:t>
    </dgm:pt>
    <dgm:pt modelId="{48A2E2ED-C6ED-4ADF-AE01-D83FF3F5E5B8}" type="sibTrans" cxnId="{26C20A54-E231-4546-9B0D-69DE92D65610}">
      <dgm:prSet/>
      <dgm:spPr/>
      <dgm:t>
        <a:bodyPr/>
        <a:lstStyle/>
        <a:p>
          <a:endParaRPr lang="en-IN"/>
        </a:p>
      </dgm:t>
    </dgm:pt>
    <dgm:pt modelId="{8AA663C2-97EB-45CE-99A2-472221D62138}" type="pres">
      <dgm:prSet presAssocID="{F6C535B3-101E-4D0E-8D60-92DAC022E0FA}" presName="hierChild1" presStyleCnt="0">
        <dgm:presLayoutVars>
          <dgm:chPref val="1"/>
          <dgm:dir/>
          <dgm:animOne val="branch"/>
          <dgm:animLvl val="lvl"/>
          <dgm:resizeHandles/>
        </dgm:presLayoutVars>
      </dgm:prSet>
      <dgm:spPr/>
    </dgm:pt>
    <dgm:pt modelId="{F1B81161-5F04-4CD3-92C0-A5CF3E67669E}" type="pres">
      <dgm:prSet presAssocID="{D10CF6AF-523E-40AF-A0E9-28C802179A71}" presName="hierRoot1" presStyleCnt="0"/>
      <dgm:spPr/>
    </dgm:pt>
    <dgm:pt modelId="{CE08673C-4272-43B3-BBD3-1E039D82EE82}" type="pres">
      <dgm:prSet presAssocID="{D10CF6AF-523E-40AF-A0E9-28C802179A71}" presName="composite" presStyleCnt="0"/>
      <dgm:spPr/>
    </dgm:pt>
    <dgm:pt modelId="{AEE26FAF-EA8E-44DB-8FAD-BCC8FDCB488F}" type="pres">
      <dgm:prSet presAssocID="{D10CF6AF-523E-40AF-A0E9-28C802179A71}" presName="background" presStyleLbl="node0" presStyleIdx="0" presStyleCnt="4"/>
      <dgm:spPr/>
    </dgm:pt>
    <dgm:pt modelId="{E60DAC8B-3F53-4A93-BF56-DB219864C435}" type="pres">
      <dgm:prSet presAssocID="{D10CF6AF-523E-40AF-A0E9-28C802179A71}" presName="text" presStyleLbl="fgAcc0" presStyleIdx="0" presStyleCnt="4">
        <dgm:presLayoutVars>
          <dgm:chPref val="3"/>
        </dgm:presLayoutVars>
      </dgm:prSet>
      <dgm:spPr/>
    </dgm:pt>
    <dgm:pt modelId="{CDE2190B-1B74-424A-B692-DA17484ABBC8}" type="pres">
      <dgm:prSet presAssocID="{D10CF6AF-523E-40AF-A0E9-28C802179A71}" presName="hierChild2" presStyleCnt="0"/>
      <dgm:spPr/>
    </dgm:pt>
    <dgm:pt modelId="{FE742B7B-EE35-48EC-8121-021301FAB357}" type="pres">
      <dgm:prSet presAssocID="{B37A47A5-202A-4526-B7AF-B29F3F455212}" presName="hierRoot1" presStyleCnt="0"/>
      <dgm:spPr/>
    </dgm:pt>
    <dgm:pt modelId="{D7DED814-EFCC-4198-B5A4-3592264C866A}" type="pres">
      <dgm:prSet presAssocID="{B37A47A5-202A-4526-B7AF-B29F3F455212}" presName="composite" presStyleCnt="0"/>
      <dgm:spPr/>
    </dgm:pt>
    <dgm:pt modelId="{68C77140-551F-4FED-AAD8-FAD4B724E113}" type="pres">
      <dgm:prSet presAssocID="{B37A47A5-202A-4526-B7AF-B29F3F455212}" presName="background" presStyleLbl="node0" presStyleIdx="1" presStyleCnt="4"/>
      <dgm:spPr/>
    </dgm:pt>
    <dgm:pt modelId="{FAA3553B-CC09-4BCE-ABFE-27A4CB790950}" type="pres">
      <dgm:prSet presAssocID="{B37A47A5-202A-4526-B7AF-B29F3F455212}" presName="text" presStyleLbl="fgAcc0" presStyleIdx="1" presStyleCnt="4">
        <dgm:presLayoutVars>
          <dgm:chPref val="3"/>
        </dgm:presLayoutVars>
      </dgm:prSet>
      <dgm:spPr/>
    </dgm:pt>
    <dgm:pt modelId="{BFA9A9AD-F0D2-49E6-8465-0D6A317D2CDA}" type="pres">
      <dgm:prSet presAssocID="{B37A47A5-202A-4526-B7AF-B29F3F455212}" presName="hierChild2" presStyleCnt="0"/>
      <dgm:spPr/>
    </dgm:pt>
    <dgm:pt modelId="{29C2CD39-CFA2-45BD-86F4-6E2B576A54F2}" type="pres">
      <dgm:prSet presAssocID="{83D2E4F4-5AD9-48E8-AE2A-4333483A1BEC}" presName="hierRoot1" presStyleCnt="0"/>
      <dgm:spPr/>
    </dgm:pt>
    <dgm:pt modelId="{D2390C04-8377-4C21-9769-28A23B7E9720}" type="pres">
      <dgm:prSet presAssocID="{83D2E4F4-5AD9-48E8-AE2A-4333483A1BEC}" presName="composite" presStyleCnt="0"/>
      <dgm:spPr/>
    </dgm:pt>
    <dgm:pt modelId="{0CB22B7D-D2EC-40AC-B80A-A028AA7EEF56}" type="pres">
      <dgm:prSet presAssocID="{83D2E4F4-5AD9-48E8-AE2A-4333483A1BEC}" presName="background" presStyleLbl="node0" presStyleIdx="2" presStyleCnt="4"/>
      <dgm:spPr/>
    </dgm:pt>
    <dgm:pt modelId="{607650CD-2D63-4A58-ABE3-B0A1FF4DC6C0}" type="pres">
      <dgm:prSet presAssocID="{83D2E4F4-5AD9-48E8-AE2A-4333483A1BEC}" presName="text" presStyleLbl="fgAcc0" presStyleIdx="2" presStyleCnt="4">
        <dgm:presLayoutVars>
          <dgm:chPref val="3"/>
        </dgm:presLayoutVars>
      </dgm:prSet>
      <dgm:spPr/>
    </dgm:pt>
    <dgm:pt modelId="{FFC5E7B3-0E38-406B-AB16-419B255A69AA}" type="pres">
      <dgm:prSet presAssocID="{83D2E4F4-5AD9-48E8-AE2A-4333483A1BEC}" presName="hierChild2" presStyleCnt="0"/>
      <dgm:spPr/>
    </dgm:pt>
    <dgm:pt modelId="{15352F59-1F0B-41FF-9EBE-EF150D74D982}" type="pres">
      <dgm:prSet presAssocID="{2B501F12-4C12-4D69-BC1A-24C3D3517786}" presName="hierRoot1" presStyleCnt="0"/>
      <dgm:spPr/>
    </dgm:pt>
    <dgm:pt modelId="{DE31E2F7-AC2A-4B0C-B442-931E0EB17DAA}" type="pres">
      <dgm:prSet presAssocID="{2B501F12-4C12-4D69-BC1A-24C3D3517786}" presName="composite" presStyleCnt="0"/>
      <dgm:spPr/>
    </dgm:pt>
    <dgm:pt modelId="{EE5949E6-29FA-4234-99BF-7700158F7DAE}" type="pres">
      <dgm:prSet presAssocID="{2B501F12-4C12-4D69-BC1A-24C3D3517786}" presName="background" presStyleLbl="node0" presStyleIdx="3" presStyleCnt="4"/>
      <dgm:spPr/>
    </dgm:pt>
    <dgm:pt modelId="{C61D6236-226A-4C0C-B061-81E045AB2193}" type="pres">
      <dgm:prSet presAssocID="{2B501F12-4C12-4D69-BC1A-24C3D3517786}" presName="text" presStyleLbl="fgAcc0" presStyleIdx="3" presStyleCnt="4">
        <dgm:presLayoutVars>
          <dgm:chPref val="3"/>
        </dgm:presLayoutVars>
      </dgm:prSet>
      <dgm:spPr/>
    </dgm:pt>
    <dgm:pt modelId="{318E37C9-BA24-4688-9AA4-14F8D44CCA8B}" type="pres">
      <dgm:prSet presAssocID="{2B501F12-4C12-4D69-BC1A-24C3D3517786}" presName="hierChild2" presStyleCnt="0"/>
      <dgm:spPr/>
    </dgm:pt>
  </dgm:ptLst>
  <dgm:cxnLst>
    <dgm:cxn modelId="{549B710C-269C-4648-9213-DC05D954287A}" type="presOf" srcId="{B37A47A5-202A-4526-B7AF-B29F3F455212}" destId="{FAA3553B-CC09-4BCE-ABFE-27A4CB790950}" srcOrd="0" destOrd="0" presId="urn:microsoft.com/office/officeart/2005/8/layout/hierarchy1"/>
    <dgm:cxn modelId="{7FAE4D1F-3DBF-4F8B-8C4A-0D3DD5C2E783}" srcId="{F6C535B3-101E-4D0E-8D60-92DAC022E0FA}" destId="{D10CF6AF-523E-40AF-A0E9-28C802179A71}" srcOrd="0" destOrd="0" parTransId="{F54610CC-525C-4A18-99BC-303090FC5788}" sibTransId="{0E6F8D3F-7B23-4D68-8AF1-08DE1040193B}"/>
    <dgm:cxn modelId="{CCD58E24-D385-4492-89EE-EA781DB97DA1}" type="presOf" srcId="{2B501F12-4C12-4D69-BC1A-24C3D3517786}" destId="{C61D6236-226A-4C0C-B061-81E045AB2193}" srcOrd="0" destOrd="0" presId="urn:microsoft.com/office/officeart/2005/8/layout/hierarchy1"/>
    <dgm:cxn modelId="{B2FADF32-0EBF-498D-A6C0-F76F31156C82}" srcId="{F6C535B3-101E-4D0E-8D60-92DAC022E0FA}" destId="{B37A47A5-202A-4526-B7AF-B29F3F455212}" srcOrd="1" destOrd="0" parTransId="{F07BC711-0751-4971-AA55-17136356FB86}" sibTransId="{ECE191DA-30BC-40BC-957D-3C7DF047E848}"/>
    <dgm:cxn modelId="{94152B49-1C01-44D4-A757-D82CCAF8D3AE}" srcId="{F6C535B3-101E-4D0E-8D60-92DAC022E0FA}" destId="{83D2E4F4-5AD9-48E8-AE2A-4333483A1BEC}" srcOrd="2" destOrd="0" parTransId="{8ACA28D9-60FC-42B1-8586-79DDD8AEB224}" sibTransId="{194E5A47-A51E-4296-A2E1-7C50E658A7BC}"/>
    <dgm:cxn modelId="{26C20A54-E231-4546-9B0D-69DE92D65610}" srcId="{F6C535B3-101E-4D0E-8D60-92DAC022E0FA}" destId="{2B501F12-4C12-4D69-BC1A-24C3D3517786}" srcOrd="3" destOrd="0" parTransId="{EAC9BD6C-5C88-4925-82E7-3671247303F8}" sibTransId="{48A2E2ED-C6ED-4ADF-AE01-D83FF3F5E5B8}"/>
    <dgm:cxn modelId="{C727EA8D-F1EB-4BB8-8710-D798CC2BC420}" type="presOf" srcId="{83D2E4F4-5AD9-48E8-AE2A-4333483A1BEC}" destId="{607650CD-2D63-4A58-ABE3-B0A1FF4DC6C0}" srcOrd="0" destOrd="0" presId="urn:microsoft.com/office/officeart/2005/8/layout/hierarchy1"/>
    <dgm:cxn modelId="{B93C91BB-2E05-4349-8832-6825C85E14DC}" type="presOf" srcId="{D10CF6AF-523E-40AF-A0E9-28C802179A71}" destId="{E60DAC8B-3F53-4A93-BF56-DB219864C435}" srcOrd="0" destOrd="0" presId="urn:microsoft.com/office/officeart/2005/8/layout/hierarchy1"/>
    <dgm:cxn modelId="{78BFC9F8-1909-496D-B366-C1B466DB848E}" type="presOf" srcId="{F6C535B3-101E-4D0E-8D60-92DAC022E0FA}" destId="{8AA663C2-97EB-45CE-99A2-472221D62138}" srcOrd="0" destOrd="0" presId="urn:microsoft.com/office/officeart/2005/8/layout/hierarchy1"/>
    <dgm:cxn modelId="{773E5953-461F-468F-A577-245E886B2E79}" type="presParOf" srcId="{8AA663C2-97EB-45CE-99A2-472221D62138}" destId="{F1B81161-5F04-4CD3-92C0-A5CF3E67669E}" srcOrd="0" destOrd="0" presId="urn:microsoft.com/office/officeart/2005/8/layout/hierarchy1"/>
    <dgm:cxn modelId="{94C80F5E-75F5-48B9-B5BD-0EED992E529D}" type="presParOf" srcId="{F1B81161-5F04-4CD3-92C0-A5CF3E67669E}" destId="{CE08673C-4272-43B3-BBD3-1E039D82EE82}" srcOrd="0" destOrd="0" presId="urn:microsoft.com/office/officeart/2005/8/layout/hierarchy1"/>
    <dgm:cxn modelId="{E38C08A3-B5A2-4ACE-9D3C-CBFC7DAE14DC}" type="presParOf" srcId="{CE08673C-4272-43B3-BBD3-1E039D82EE82}" destId="{AEE26FAF-EA8E-44DB-8FAD-BCC8FDCB488F}" srcOrd="0" destOrd="0" presId="urn:microsoft.com/office/officeart/2005/8/layout/hierarchy1"/>
    <dgm:cxn modelId="{68891951-EFE0-48EC-859F-E2F999DEEDD2}" type="presParOf" srcId="{CE08673C-4272-43B3-BBD3-1E039D82EE82}" destId="{E60DAC8B-3F53-4A93-BF56-DB219864C435}" srcOrd="1" destOrd="0" presId="urn:microsoft.com/office/officeart/2005/8/layout/hierarchy1"/>
    <dgm:cxn modelId="{F6BE7D95-179F-4415-B09F-9BAEC4904ACA}" type="presParOf" srcId="{F1B81161-5F04-4CD3-92C0-A5CF3E67669E}" destId="{CDE2190B-1B74-424A-B692-DA17484ABBC8}" srcOrd="1" destOrd="0" presId="urn:microsoft.com/office/officeart/2005/8/layout/hierarchy1"/>
    <dgm:cxn modelId="{4AFB799A-908E-4B38-8B1B-C888C74CD23B}" type="presParOf" srcId="{8AA663C2-97EB-45CE-99A2-472221D62138}" destId="{FE742B7B-EE35-48EC-8121-021301FAB357}" srcOrd="1" destOrd="0" presId="urn:microsoft.com/office/officeart/2005/8/layout/hierarchy1"/>
    <dgm:cxn modelId="{A7374065-0AC3-47AD-B8F7-40FE2BB6A00E}" type="presParOf" srcId="{FE742B7B-EE35-48EC-8121-021301FAB357}" destId="{D7DED814-EFCC-4198-B5A4-3592264C866A}" srcOrd="0" destOrd="0" presId="urn:microsoft.com/office/officeart/2005/8/layout/hierarchy1"/>
    <dgm:cxn modelId="{E524EC2B-C64A-4B73-8F49-6CDD3022A6D1}" type="presParOf" srcId="{D7DED814-EFCC-4198-B5A4-3592264C866A}" destId="{68C77140-551F-4FED-AAD8-FAD4B724E113}" srcOrd="0" destOrd="0" presId="urn:microsoft.com/office/officeart/2005/8/layout/hierarchy1"/>
    <dgm:cxn modelId="{5499965E-0640-4678-AA67-FF332732F264}" type="presParOf" srcId="{D7DED814-EFCC-4198-B5A4-3592264C866A}" destId="{FAA3553B-CC09-4BCE-ABFE-27A4CB790950}" srcOrd="1" destOrd="0" presId="urn:microsoft.com/office/officeart/2005/8/layout/hierarchy1"/>
    <dgm:cxn modelId="{CC6D00E9-283F-49D3-B6B7-DF763A905376}" type="presParOf" srcId="{FE742B7B-EE35-48EC-8121-021301FAB357}" destId="{BFA9A9AD-F0D2-49E6-8465-0D6A317D2CDA}" srcOrd="1" destOrd="0" presId="urn:microsoft.com/office/officeart/2005/8/layout/hierarchy1"/>
    <dgm:cxn modelId="{963355D6-6B64-47DE-85CB-683706C00AF5}" type="presParOf" srcId="{8AA663C2-97EB-45CE-99A2-472221D62138}" destId="{29C2CD39-CFA2-45BD-86F4-6E2B576A54F2}" srcOrd="2" destOrd="0" presId="urn:microsoft.com/office/officeart/2005/8/layout/hierarchy1"/>
    <dgm:cxn modelId="{673CB95B-9377-4447-8F20-466DA950BD6F}" type="presParOf" srcId="{29C2CD39-CFA2-45BD-86F4-6E2B576A54F2}" destId="{D2390C04-8377-4C21-9769-28A23B7E9720}" srcOrd="0" destOrd="0" presId="urn:microsoft.com/office/officeart/2005/8/layout/hierarchy1"/>
    <dgm:cxn modelId="{05D143F1-1CD8-4D3B-ADDD-B26CA6A913A1}" type="presParOf" srcId="{D2390C04-8377-4C21-9769-28A23B7E9720}" destId="{0CB22B7D-D2EC-40AC-B80A-A028AA7EEF56}" srcOrd="0" destOrd="0" presId="urn:microsoft.com/office/officeart/2005/8/layout/hierarchy1"/>
    <dgm:cxn modelId="{44A07699-FD17-41DD-BB89-7A06772A5686}" type="presParOf" srcId="{D2390C04-8377-4C21-9769-28A23B7E9720}" destId="{607650CD-2D63-4A58-ABE3-B0A1FF4DC6C0}" srcOrd="1" destOrd="0" presId="urn:microsoft.com/office/officeart/2005/8/layout/hierarchy1"/>
    <dgm:cxn modelId="{E072F511-27DF-4DBD-A557-1F1A6AAE75A7}" type="presParOf" srcId="{29C2CD39-CFA2-45BD-86F4-6E2B576A54F2}" destId="{FFC5E7B3-0E38-406B-AB16-419B255A69AA}" srcOrd="1" destOrd="0" presId="urn:microsoft.com/office/officeart/2005/8/layout/hierarchy1"/>
    <dgm:cxn modelId="{071824BD-224A-42FB-AE12-17EA64E8E7DC}" type="presParOf" srcId="{8AA663C2-97EB-45CE-99A2-472221D62138}" destId="{15352F59-1F0B-41FF-9EBE-EF150D74D982}" srcOrd="3" destOrd="0" presId="urn:microsoft.com/office/officeart/2005/8/layout/hierarchy1"/>
    <dgm:cxn modelId="{CE05299F-A40A-4CBD-B07B-3CCD4B21E23C}" type="presParOf" srcId="{15352F59-1F0B-41FF-9EBE-EF150D74D982}" destId="{DE31E2F7-AC2A-4B0C-B442-931E0EB17DAA}" srcOrd="0" destOrd="0" presId="urn:microsoft.com/office/officeart/2005/8/layout/hierarchy1"/>
    <dgm:cxn modelId="{5D83C171-1C6D-4C51-A5A2-9D5EA102959D}" type="presParOf" srcId="{DE31E2F7-AC2A-4B0C-B442-931E0EB17DAA}" destId="{EE5949E6-29FA-4234-99BF-7700158F7DAE}" srcOrd="0" destOrd="0" presId="urn:microsoft.com/office/officeart/2005/8/layout/hierarchy1"/>
    <dgm:cxn modelId="{F5538D5B-1D3C-431B-B738-2A56EFA74633}" type="presParOf" srcId="{DE31E2F7-AC2A-4B0C-B442-931E0EB17DAA}" destId="{C61D6236-226A-4C0C-B061-81E045AB2193}" srcOrd="1" destOrd="0" presId="urn:microsoft.com/office/officeart/2005/8/layout/hierarchy1"/>
    <dgm:cxn modelId="{FB918FDF-A8DF-45DA-9C11-AC6912A43ED3}" type="presParOf" srcId="{15352F59-1F0B-41FF-9EBE-EF150D74D982}" destId="{318E37C9-BA24-4688-9AA4-14F8D44CCA8B}"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DE86473-C151-4A9E-9CFE-591E86636672}" type="doc">
      <dgm:prSet loTypeId="urn:microsoft.com/office/officeart/2005/8/layout/matrix3" loCatId="matrix" qsTypeId="urn:microsoft.com/office/officeart/2005/8/quickstyle/simple1" qsCatId="simple" csTypeId="urn:microsoft.com/office/officeart/2005/8/colors/colorful1" csCatId="colorful"/>
      <dgm:spPr/>
      <dgm:t>
        <a:bodyPr/>
        <a:lstStyle/>
        <a:p>
          <a:endParaRPr lang="en-US"/>
        </a:p>
      </dgm:t>
    </dgm:pt>
    <dgm:pt modelId="{2DAD51A9-F448-4181-AB88-184DB2632BA5}">
      <dgm:prSet/>
      <dgm:spPr/>
      <dgm:t>
        <a:bodyPr/>
        <a:lstStyle/>
        <a:p>
          <a:r>
            <a:rPr lang="en-IN"/>
            <a:t>Plots for rising cases of COVID-19 for all continents</a:t>
          </a:r>
          <a:endParaRPr lang="en-US"/>
        </a:p>
      </dgm:t>
    </dgm:pt>
    <dgm:pt modelId="{A3E873DD-F0D3-450A-B253-A921204D52B9}" type="parTrans" cxnId="{D0FB7F12-CA8C-411D-8A5E-EEB9EE1076D9}">
      <dgm:prSet/>
      <dgm:spPr/>
      <dgm:t>
        <a:bodyPr/>
        <a:lstStyle/>
        <a:p>
          <a:endParaRPr lang="en-US"/>
        </a:p>
      </dgm:t>
    </dgm:pt>
    <dgm:pt modelId="{2A1173D6-6152-4553-96EF-4B81A6EC7CF2}" type="sibTrans" cxnId="{D0FB7F12-CA8C-411D-8A5E-EEB9EE1076D9}">
      <dgm:prSet/>
      <dgm:spPr/>
      <dgm:t>
        <a:bodyPr/>
        <a:lstStyle/>
        <a:p>
          <a:endParaRPr lang="en-US"/>
        </a:p>
      </dgm:t>
    </dgm:pt>
    <dgm:pt modelId="{F10FE464-E376-4DF2-9AE8-8B061EAA63B3}">
      <dgm:prSet/>
      <dgm:spPr/>
      <dgm:t>
        <a:bodyPr/>
        <a:lstStyle/>
        <a:p>
          <a:r>
            <a:rPr lang="en-IN"/>
            <a:t>More detailed evaluation of weight penalty function</a:t>
          </a:r>
          <a:endParaRPr lang="en-US"/>
        </a:p>
      </dgm:t>
    </dgm:pt>
    <dgm:pt modelId="{43E94557-A617-45BB-8E52-BDE1D80FE0BE}" type="parTrans" cxnId="{43A3B294-F487-4316-8FF8-78F1C7F3B341}">
      <dgm:prSet/>
      <dgm:spPr/>
      <dgm:t>
        <a:bodyPr/>
        <a:lstStyle/>
        <a:p>
          <a:endParaRPr lang="en-US"/>
        </a:p>
      </dgm:t>
    </dgm:pt>
    <dgm:pt modelId="{869E2B7F-6CBE-4F03-B59B-865CBA4BB340}" type="sibTrans" cxnId="{43A3B294-F487-4316-8FF8-78F1C7F3B341}">
      <dgm:prSet/>
      <dgm:spPr/>
      <dgm:t>
        <a:bodyPr/>
        <a:lstStyle/>
        <a:p>
          <a:endParaRPr lang="en-US"/>
        </a:p>
      </dgm:t>
    </dgm:pt>
    <dgm:pt modelId="{03437941-6458-4A0C-B6BA-27CBD7B7FCD4}">
      <dgm:prSet/>
      <dgm:spPr/>
      <dgm:t>
        <a:bodyPr/>
        <a:lstStyle/>
        <a:p>
          <a:r>
            <a:rPr lang="en-IN"/>
            <a:t>Importance of ROC curves</a:t>
          </a:r>
          <a:endParaRPr lang="en-US"/>
        </a:p>
      </dgm:t>
    </dgm:pt>
    <dgm:pt modelId="{D6FE09EE-0075-4166-969E-3278D5EEAFE9}" type="parTrans" cxnId="{07AFC33C-0F81-4AF0-B15B-FB8130FA123C}">
      <dgm:prSet/>
      <dgm:spPr/>
      <dgm:t>
        <a:bodyPr/>
        <a:lstStyle/>
        <a:p>
          <a:endParaRPr lang="en-US"/>
        </a:p>
      </dgm:t>
    </dgm:pt>
    <dgm:pt modelId="{F5FCFCD9-1B5C-4BED-B187-24685159145C}" type="sibTrans" cxnId="{07AFC33C-0F81-4AF0-B15B-FB8130FA123C}">
      <dgm:prSet/>
      <dgm:spPr/>
      <dgm:t>
        <a:bodyPr/>
        <a:lstStyle/>
        <a:p>
          <a:endParaRPr lang="en-US"/>
        </a:p>
      </dgm:t>
    </dgm:pt>
    <dgm:pt modelId="{D1C4D086-1770-419A-9ED6-E73EDE5C5C78}">
      <dgm:prSet/>
      <dgm:spPr/>
      <dgm:t>
        <a:bodyPr/>
        <a:lstStyle/>
        <a:p>
          <a:r>
            <a:rPr lang="en-US"/>
            <a:t>Security &amp; Privacy considerations</a:t>
          </a:r>
        </a:p>
      </dgm:t>
    </dgm:pt>
    <dgm:pt modelId="{D527BFAC-4A67-4A41-842A-FA07F037F395}" type="parTrans" cxnId="{1C6F7FEA-B4B4-4D50-825A-2332DF731562}">
      <dgm:prSet/>
      <dgm:spPr/>
      <dgm:t>
        <a:bodyPr/>
        <a:lstStyle/>
        <a:p>
          <a:endParaRPr lang="en-US"/>
        </a:p>
      </dgm:t>
    </dgm:pt>
    <dgm:pt modelId="{6077EE99-39B7-4642-B2A6-8B0A22D68513}" type="sibTrans" cxnId="{1C6F7FEA-B4B4-4D50-825A-2332DF731562}">
      <dgm:prSet/>
      <dgm:spPr/>
      <dgm:t>
        <a:bodyPr/>
        <a:lstStyle/>
        <a:p>
          <a:endParaRPr lang="en-US"/>
        </a:p>
      </dgm:t>
    </dgm:pt>
    <dgm:pt modelId="{5151D962-3E17-47D6-8643-69216626CCF0}" type="pres">
      <dgm:prSet presAssocID="{FDE86473-C151-4A9E-9CFE-591E86636672}" presName="matrix" presStyleCnt="0">
        <dgm:presLayoutVars>
          <dgm:chMax val="1"/>
          <dgm:dir/>
          <dgm:resizeHandles val="exact"/>
        </dgm:presLayoutVars>
      </dgm:prSet>
      <dgm:spPr/>
    </dgm:pt>
    <dgm:pt modelId="{8B0AB5B0-B7DF-48D5-B424-6F23106F0B3E}" type="pres">
      <dgm:prSet presAssocID="{FDE86473-C151-4A9E-9CFE-591E86636672}" presName="diamond" presStyleLbl="bgShp" presStyleIdx="0" presStyleCnt="1"/>
      <dgm:spPr/>
    </dgm:pt>
    <dgm:pt modelId="{6464D6E6-25F9-4087-88F4-BFCD6B3BF684}" type="pres">
      <dgm:prSet presAssocID="{FDE86473-C151-4A9E-9CFE-591E86636672}" presName="quad1" presStyleLbl="node1" presStyleIdx="0" presStyleCnt="4">
        <dgm:presLayoutVars>
          <dgm:chMax val="0"/>
          <dgm:chPref val="0"/>
          <dgm:bulletEnabled val="1"/>
        </dgm:presLayoutVars>
      </dgm:prSet>
      <dgm:spPr/>
    </dgm:pt>
    <dgm:pt modelId="{5DCA3656-17AC-4540-84E5-5B48D7B89FA7}" type="pres">
      <dgm:prSet presAssocID="{FDE86473-C151-4A9E-9CFE-591E86636672}" presName="quad2" presStyleLbl="node1" presStyleIdx="1" presStyleCnt="4">
        <dgm:presLayoutVars>
          <dgm:chMax val="0"/>
          <dgm:chPref val="0"/>
          <dgm:bulletEnabled val="1"/>
        </dgm:presLayoutVars>
      </dgm:prSet>
      <dgm:spPr/>
    </dgm:pt>
    <dgm:pt modelId="{4701A100-B53B-4844-B583-8DA6C0250880}" type="pres">
      <dgm:prSet presAssocID="{FDE86473-C151-4A9E-9CFE-591E86636672}" presName="quad3" presStyleLbl="node1" presStyleIdx="2" presStyleCnt="4">
        <dgm:presLayoutVars>
          <dgm:chMax val="0"/>
          <dgm:chPref val="0"/>
          <dgm:bulletEnabled val="1"/>
        </dgm:presLayoutVars>
      </dgm:prSet>
      <dgm:spPr/>
    </dgm:pt>
    <dgm:pt modelId="{2234C1D4-1DD5-49AB-B761-C1D73503EC4E}" type="pres">
      <dgm:prSet presAssocID="{FDE86473-C151-4A9E-9CFE-591E86636672}" presName="quad4" presStyleLbl="node1" presStyleIdx="3" presStyleCnt="4">
        <dgm:presLayoutVars>
          <dgm:chMax val="0"/>
          <dgm:chPref val="0"/>
          <dgm:bulletEnabled val="1"/>
        </dgm:presLayoutVars>
      </dgm:prSet>
      <dgm:spPr/>
    </dgm:pt>
  </dgm:ptLst>
  <dgm:cxnLst>
    <dgm:cxn modelId="{D0FB7F12-CA8C-411D-8A5E-EEB9EE1076D9}" srcId="{FDE86473-C151-4A9E-9CFE-591E86636672}" destId="{2DAD51A9-F448-4181-AB88-184DB2632BA5}" srcOrd="0" destOrd="0" parTransId="{A3E873DD-F0D3-450A-B253-A921204D52B9}" sibTransId="{2A1173D6-6152-4553-96EF-4B81A6EC7CF2}"/>
    <dgm:cxn modelId="{42958812-B56E-45C2-AF2C-D4B9C4E0C14A}" type="presOf" srcId="{D1C4D086-1770-419A-9ED6-E73EDE5C5C78}" destId="{2234C1D4-1DD5-49AB-B761-C1D73503EC4E}" srcOrd="0" destOrd="0" presId="urn:microsoft.com/office/officeart/2005/8/layout/matrix3"/>
    <dgm:cxn modelId="{07AFC33C-0F81-4AF0-B15B-FB8130FA123C}" srcId="{FDE86473-C151-4A9E-9CFE-591E86636672}" destId="{03437941-6458-4A0C-B6BA-27CBD7B7FCD4}" srcOrd="2" destOrd="0" parTransId="{D6FE09EE-0075-4166-969E-3278D5EEAFE9}" sibTransId="{F5FCFCD9-1B5C-4BED-B187-24685159145C}"/>
    <dgm:cxn modelId="{2209415C-B579-4457-BB2B-9FD9A946B275}" type="presOf" srcId="{2DAD51A9-F448-4181-AB88-184DB2632BA5}" destId="{6464D6E6-25F9-4087-88F4-BFCD6B3BF684}" srcOrd="0" destOrd="0" presId="urn:microsoft.com/office/officeart/2005/8/layout/matrix3"/>
    <dgm:cxn modelId="{AD44E54B-984E-45B7-8B9C-1C3485427F9D}" type="presOf" srcId="{F10FE464-E376-4DF2-9AE8-8B061EAA63B3}" destId="{5DCA3656-17AC-4540-84E5-5B48D7B89FA7}" srcOrd="0" destOrd="0" presId="urn:microsoft.com/office/officeart/2005/8/layout/matrix3"/>
    <dgm:cxn modelId="{198D1D8C-3BF9-491F-BC86-6F86A5A0C3CA}" type="presOf" srcId="{03437941-6458-4A0C-B6BA-27CBD7B7FCD4}" destId="{4701A100-B53B-4844-B583-8DA6C0250880}" srcOrd="0" destOrd="0" presId="urn:microsoft.com/office/officeart/2005/8/layout/matrix3"/>
    <dgm:cxn modelId="{43A3B294-F487-4316-8FF8-78F1C7F3B341}" srcId="{FDE86473-C151-4A9E-9CFE-591E86636672}" destId="{F10FE464-E376-4DF2-9AE8-8B061EAA63B3}" srcOrd="1" destOrd="0" parTransId="{43E94557-A617-45BB-8E52-BDE1D80FE0BE}" sibTransId="{869E2B7F-6CBE-4F03-B59B-865CBA4BB340}"/>
    <dgm:cxn modelId="{9F5F2DB6-95E8-421E-A3FD-F8907381CE0E}" type="presOf" srcId="{FDE86473-C151-4A9E-9CFE-591E86636672}" destId="{5151D962-3E17-47D6-8643-69216626CCF0}" srcOrd="0" destOrd="0" presId="urn:microsoft.com/office/officeart/2005/8/layout/matrix3"/>
    <dgm:cxn modelId="{1C6F7FEA-B4B4-4D50-825A-2332DF731562}" srcId="{FDE86473-C151-4A9E-9CFE-591E86636672}" destId="{D1C4D086-1770-419A-9ED6-E73EDE5C5C78}" srcOrd="3" destOrd="0" parTransId="{D527BFAC-4A67-4A41-842A-FA07F037F395}" sibTransId="{6077EE99-39B7-4642-B2A6-8B0A22D68513}"/>
    <dgm:cxn modelId="{F2E15E74-0841-4317-8BEC-8D104B90EAA5}" type="presParOf" srcId="{5151D962-3E17-47D6-8643-69216626CCF0}" destId="{8B0AB5B0-B7DF-48D5-B424-6F23106F0B3E}" srcOrd="0" destOrd="0" presId="urn:microsoft.com/office/officeart/2005/8/layout/matrix3"/>
    <dgm:cxn modelId="{FDE72155-DC31-4F7B-981D-9970B610BF55}" type="presParOf" srcId="{5151D962-3E17-47D6-8643-69216626CCF0}" destId="{6464D6E6-25F9-4087-88F4-BFCD6B3BF684}" srcOrd="1" destOrd="0" presId="urn:microsoft.com/office/officeart/2005/8/layout/matrix3"/>
    <dgm:cxn modelId="{67FFFB4D-3057-46BB-9FED-99E0D6BD2B81}" type="presParOf" srcId="{5151D962-3E17-47D6-8643-69216626CCF0}" destId="{5DCA3656-17AC-4540-84E5-5B48D7B89FA7}" srcOrd="2" destOrd="0" presId="urn:microsoft.com/office/officeart/2005/8/layout/matrix3"/>
    <dgm:cxn modelId="{63E06207-50B7-4648-BCEB-595EB43A98B6}" type="presParOf" srcId="{5151D962-3E17-47D6-8643-69216626CCF0}" destId="{4701A100-B53B-4844-B583-8DA6C0250880}" srcOrd="3" destOrd="0" presId="urn:microsoft.com/office/officeart/2005/8/layout/matrix3"/>
    <dgm:cxn modelId="{FEF00D93-C1C8-4D7D-8E29-A528AF8A6E8B}" type="presParOf" srcId="{5151D962-3E17-47D6-8643-69216626CCF0}" destId="{2234C1D4-1DD5-49AB-B761-C1D73503EC4E}"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F4A0CB-5BEB-41A5-8A69-0F4A02480D33}">
      <dsp:nvSpPr>
        <dsp:cNvPr id="0" name=""/>
        <dsp:cNvSpPr/>
      </dsp:nvSpPr>
      <dsp:spPr>
        <a:xfrm>
          <a:off x="0" y="443"/>
          <a:ext cx="7442203" cy="103776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0D477AB-6258-4F04-B75C-5F8CAAFD9F56}">
      <dsp:nvSpPr>
        <dsp:cNvPr id="0" name=""/>
        <dsp:cNvSpPr/>
      </dsp:nvSpPr>
      <dsp:spPr>
        <a:xfrm>
          <a:off x="313922" y="233939"/>
          <a:ext cx="570768" cy="57076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9303571-40C8-451B-BC8D-3D33DA4BBC0D}">
      <dsp:nvSpPr>
        <dsp:cNvPr id="0" name=""/>
        <dsp:cNvSpPr/>
      </dsp:nvSpPr>
      <dsp:spPr>
        <a:xfrm>
          <a:off x="1198612" y="443"/>
          <a:ext cx="6243590" cy="1037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9830" tIns="109830" rIns="109830" bIns="109830" numCol="1" spcCol="1270" anchor="ctr" anchorCtr="0">
          <a:noAutofit/>
        </a:bodyPr>
        <a:lstStyle/>
        <a:p>
          <a:pPr marL="0" lvl="0" indent="0" algn="l" defTabSz="755650">
            <a:lnSpc>
              <a:spcPct val="100000"/>
            </a:lnSpc>
            <a:spcBef>
              <a:spcPct val="0"/>
            </a:spcBef>
            <a:spcAft>
              <a:spcPct val="35000"/>
            </a:spcAft>
            <a:buNone/>
          </a:pPr>
          <a:r>
            <a:rPr lang="en-US" sz="1700" kern="1200" dirty="0"/>
            <a:t>Differential privacy is a mathematically rigorous framework for analyzing and sharing statistical information about datasets while safeguarding the privacy of individual participants.</a:t>
          </a:r>
        </a:p>
      </dsp:txBody>
      <dsp:txXfrm>
        <a:off x="1198612" y="443"/>
        <a:ext cx="6243590" cy="1037760"/>
      </dsp:txXfrm>
    </dsp:sp>
    <dsp:sp modelId="{A6C9E341-9E08-43EE-A8D6-0D177B5EE25C}">
      <dsp:nvSpPr>
        <dsp:cNvPr id="0" name=""/>
        <dsp:cNvSpPr/>
      </dsp:nvSpPr>
      <dsp:spPr>
        <a:xfrm>
          <a:off x="0" y="1297643"/>
          <a:ext cx="7442203" cy="103776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58E08AA-A13D-4CF1-8B15-A01831D64D3C}">
      <dsp:nvSpPr>
        <dsp:cNvPr id="0" name=""/>
        <dsp:cNvSpPr/>
      </dsp:nvSpPr>
      <dsp:spPr>
        <a:xfrm>
          <a:off x="313922" y="1531139"/>
          <a:ext cx="570768" cy="57076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9F7F6FA-8B31-48CC-9E4D-985DF5CB4DC9}">
      <dsp:nvSpPr>
        <dsp:cNvPr id="0" name=""/>
        <dsp:cNvSpPr/>
      </dsp:nvSpPr>
      <dsp:spPr>
        <a:xfrm>
          <a:off x="1198612" y="1297643"/>
          <a:ext cx="6243590" cy="1037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9830" tIns="109830" rIns="109830" bIns="109830" numCol="1" spcCol="1270" anchor="ctr" anchorCtr="0">
          <a:noAutofit/>
        </a:bodyPr>
        <a:lstStyle/>
        <a:p>
          <a:pPr marL="0" lvl="0" indent="0" algn="l" defTabSz="755650">
            <a:lnSpc>
              <a:spcPct val="100000"/>
            </a:lnSpc>
            <a:spcBef>
              <a:spcPct val="0"/>
            </a:spcBef>
            <a:spcAft>
              <a:spcPct val="35000"/>
            </a:spcAft>
            <a:buNone/>
          </a:pPr>
          <a:r>
            <a:rPr lang="en-US" sz="1700" kern="1200" dirty="0"/>
            <a:t>It states that if you run the same analysis on two datasets that are identical except for one individual record, the resulting outputs must be nearly indistinguishable.</a:t>
          </a:r>
        </a:p>
      </dsp:txBody>
      <dsp:txXfrm>
        <a:off x="1198612" y="1297643"/>
        <a:ext cx="6243590" cy="1037760"/>
      </dsp:txXfrm>
    </dsp:sp>
    <dsp:sp modelId="{CEBDC8C1-508C-465B-8DEB-17DD745DEAB1}">
      <dsp:nvSpPr>
        <dsp:cNvPr id="0" name=""/>
        <dsp:cNvSpPr/>
      </dsp:nvSpPr>
      <dsp:spPr>
        <a:xfrm>
          <a:off x="0" y="2594843"/>
          <a:ext cx="7442203" cy="103776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198CDFD-B55D-4D6B-8A32-E0F8BA1B9F8E}">
      <dsp:nvSpPr>
        <dsp:cNvPr id="0" name=""/>
        <dsp:cNvSpPr/>
      </dsp:nvSpPr>
      <dsp:spPr>
        <a:xfrm>
          <a:off x="313922" y="2828339"/>
          <a:ext cx="570768" cy="57076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BF42BAB-8955-4CB1-93BF-7563AC26AF3D}">
      <dsp:nvSpPr>
        <dsp:cNvPr id="0" name=""/>
        <dsp:cNvSpPr/>
      </dsp:nvSpPr>
      <dsp:spPr>
        <a:xfrm>
          <a:off x="1198612" y="2594843"/>
          <a:ext cx="6243590" cy="1037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9830" tIns="109830" rIns="109830" bIns="109830" numCol="1" spcCol="1270" anchor="ctr" anchorCtr="0">
          <a:noAutofit/>
        </a:bodyPr>
        <a:lstStyle/>
        <a:p>
          <a:pPr marL="0" lvl="0" indent="0" algn="l" defTabSz="755650">
            <a:lnSpc>
              <a:spcPct val="100000"/>
            </a:lnSpc>
            <a:spcBef>
              <a:spcPct val="0"/>
            </a:spcBef>
            <a:spcAft>
              <a:spcPct val="35000"/>
            </a:spcAft>
            <a:buNone/>
          </a:pPr>
          <a:r>
            <a:rPr lang="en-US" sz="1700" kern="1200" dirty="0"/>
            <a:t>It achieves this by injecting carefully calibrated random noise into data computations, ensuring that the aggregate patterns of a group can be analyzed without exposing specific individual records.</a:t>
          </a:r>
        </a:p>
      </dsp:txBody>
      <dsp:txXfrm>
        <a:off x="1198612" y="2594843"/>
        <a:ext cx="6243590" cy="10377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CE6E05-6A6F-481C-8C7A-7E53006635AF}">
      <dsp:nvSpPr>
        <dsp:cNvPr id="0" name=""/>
        <dsp:cNvSpPr/>
      </dsp:nvSpPr>
      <dsp:spPr>
        <a:xfrm>
          <a:off x="302805" y="886289"/>
          <a:ext cx="945738" cy="945738"/>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362B4F4-191B-4E97-BD55-51A675AC1463}">
      <dsp:nvSpPr>
        <dsp:cNvPr id="0" name=""/>
        <dsp:cNvSpPr/>
      </dsp:nvSpPr>
      <dsp:spPr>
        <a:xfrm>
          <a:off x="504356" y="1087839"/>
          <a:ext cx="542636" cy="54263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FF85D65-3780-4345-AB0D-9FD195753844}">
      <dsp:nvSpPr>
        <dsp:cNvPr id="0" name=""/>
        <dsp:cNvSpPr/>
      </dsp:nvSpPr>
      <dsp:spPr>
        <a:xfrm>
          <a:off x="479" y="2126601"/>
          <a:ext cx="1550390" cy="6201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defRPr cap="all"/>
          </a:pPr>
          <a:r>
            <a:rPr lang="en-IN" sz="1300" kern="1200" dirty="0"/>
            <a:t>Re-identification and Linkage Attacks</a:t>
          </a:r>
          <a:endParaRPr lang="en-US" sz="1300" kern="1200" dirty="0"/>
        </a:p>
      </dsp:txBody>
      <dsp:txXfrm>
        <a:off x="479" y="2126601"/>
        <a:ext cx="1550390" cy="620156"/>
      </dsp:txXfrm>
    </dsp:sp>
    <dsp:sp modelId="{D8B04983-FCFF-4E6A-B6CF-22F6CB5C80F6}">
      <dsp:nvSpPr>
        <dsp:cNvPr id="0" name=""/>
        <dsp:cNvSpPr/>
      </dsp:nvSpPr>
      <dsp:spPr>
        <a:xfrm>
          <a:off x="2124514" y="886289"/>
          <a:ext cx="945738" cy="945738"/>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28D47F0-914B-4ACE-93D5-7EC3CB4CD431}">
      <dsp:nvSpPr>
        <dsp:cNvPr id="0" name=""/>
        <dsp:cNvSpPr/>
      </dsp:nvSpPr>
      <dsp:spPr>
        <a:xfrm>
          <a:off x="2326065" y="1087839"/>
          <a:ext cx="542636" cy="54263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C6EC246-196F-4D89-8353-A978FE9EED5D}">
      <dsp:nvSpPr>
        <dsp:cNvPr id="0" name=""/>
        <dsp:cNvSpPr/>
      </dsp:nvSpPr>
      <dsp:spPr>
        <a:xfrm>
          <a:off x="1822188" y="2126601"/>
          <a:ext cx="1550390" cy="6201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defRPr cap="all"/>
          </a:pPr>
          <a:r>
            <a:rPr lang="en-US" sz="1300" kern="1200" dirty="0"/>
            <a:t>Data Silos and Restricted Sharing</a:t>
          </a:r>
        </a:p>
      </dsp:txBody>
      <dsp:txXfrm>
        <a:off x="1822188" y="2126601"/>
        <a:ext cx="1550390" cy="620156"/>
      </dsp:txXfrm>
    </dsp:sp>
    <dsp:sp modelId="{3AA2BC9D-A7C4-46EE-8620-04D74DEBC092}">
      <dsp:nvSpPr>
        <dsp:cNvPr id="0" name=""/>
        <dsp:cNvSpPr/>
      </dsp:nvSpPr>
      <dsp:spPr>
        <a:xfrm>
          <a:off x="3946223" y="886289"/>
          <a:ext cx="945738" cy="945738"/>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4F7112C-61E8-47D9-B460-BF755724D4D1}">
      <dsp:nvSpPr>
        <dsp:cNvPr id="0" name=""/>
        <dsp:cNvSpPr/>
      </dsp:nvSpPr>
      <dsp:spPr>
        <a:xfrm>
          <a:off x="4147774" y="1087839"/>
          <a:ext cx="542636" cy="54263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D5A54A2-DD18-4D7E-ACEC-6646D854E564}">
      <dsp:nvSpPr>
        <dsp:cNvPr id="0" name=""/>
        <dsp:cNvSpPr/>
      </dsp:nvSpPr>
      <dsp:spPr>
        <a:xfrm>
          <a:off x="3643897" y="2126601"/>
          <a:ext cx="1550390" cy="6201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defRPr cap="all"/>
          </a:pPr>
          <a:r>
            <a:rPr lang="en-IN" sz="1300" kern="1200" dirty="0"/>
            <a:t>Unquantifiable Privacy Loss</a:t>
          </a:r>
          <a:endParaRPr lang="en-US" sz="1300" kern="1200" dirty="0"/>
        </a:p>
      </dsp:txBody>
      <dsp:txXfrm>
        <a:off x="3643897" y="2126601"/>
        <a:ext cx="1550390" cy="62015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81BC20-0442-4FB2-9274-D17BDFEAC7E3}">
      <dsp:nvSpPr>
        <dsp:cNvPr id="0" name=""/>
        <dsp:cNvSpPr/>
      </dsp:nvSpPr>
      <dsp:spPr>
        <a:xfrm>
          <a:off x="3977" y="543"/>
          <a:ext cx="3703515" cy="1111054"/>
        </a:xfrm>
        <a:prstGeom prst="chevron">
          <a:avLst>
            <a:gd name="adj" fmla="val 30000"/>
          </a:avLst>
        </a:prstGeom>
        <a:solidFill>
          <a:schemeClr val="accent1">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84" tIns="137184" rIns="137184" bIns="137184" numCol="1" spcCol="1270" anchor="ctr" anchorCtr="0">
          <a:noAutofit/>
        </a:bodyPr>
        <a:lstStyle/>
        <a:p>
          <a:pPr marL="0" lvl="0" indent="0" algn="ctr" defTabSz="1244600">
            <a:lnSpc>
              <a:spcPct val="90000"/>
            </a:lnSpc>
            <a:spcBef>
              <a:spcPct val="0"/>
            </a:spcBef>
            <a:spcAft>
              <a:spcPct val="35000"/>
            </a:spcAft>
            <a:buNone/>
          </a:pPr>
          <a:r>
            <a:rPr lang="en-IN" sz="2800" kern="1200" dirty="0"/>
            <a:t>Data</a:t>
          </a:r>
        </a:p>
      </dsp:txBody>
      <dsp:txXfrm>
        <a:off x="337293" y="543"/>
        <a:ext cx="3036883" cy="1111054"/>
      </dsp:txXfrm>
    </dsp:sp>
    <dsp:sp modelId="{10AA38C4-7FBD-484F-97B5-514185678AF7}">
      <dsp:nvSpPr>
        <dsp:cNvPr id="0" name=""/>
        <dsp:cNvSpPr/>
      </dsp:nvSpPr>
      <dsp:spPr>
        <a:xfrm>
          <a:off x="3977" y="1111597"/>
          <a:ext cx="3370199" cy="2702140"/>
        </a:xfrm>
        <a:prstGeom prst="rect">
          <a:avLst/>
        </a:prstGeom>
        <a:solidFill>
          <a:schemeClr val="accent1">
            <a:alpha val="90000"/>
            <a:tint val="40000"/>
            <a:hueOff val="0"/>
            <a:satOff val="0"/>
            <a:lumOff val="0"/>
            <a:alphaOff val="0"/>
          </a:schemeClr>
        </a:solidFill>
        <a:ln w="2222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321" tIns="266321" rIns="266321" bIns="532641" numCol="1" spcCol="1270" anchor="t" anchorCtr="0">
          <a:noAutofit/>
        </a:bodyPr>
        <a:lstStyle/>
        <a:p>
          <a:pPr marL="0" lvl="0" indent="0" algn="l" defTabSz="800100">
            <a:lnSpc>
              <a:spcPct val="90000"/>
            </a:lnSpc>
            <a:spcBef>
              <a:spcPct val="0"/>
            </a:spcBef>
            <a:spcAft>
              <a:spcPct val="35000"/>
            </a:spcAft>
            <a:buFont typeface="Arial" panose="020B0604020202020204" pitchFamily="34" charset="0"/>
            <a:buNone/>
          </a:pPr>
          <a:r>
            <a:rPr lang="en-IN" sz="1800" kern="1200" dirty="0"/>
            <a:t>Load and process the dataset</a:t>
          </a:r>
        </a:p>
        <a:p>
          <a:pPr marL="0" lvl="0" indent="0" algn="l" defTabSz="800100">
            <a:lnSpc>
              <a:spcPct val="90000"/>
            </a:lnSpc>
            <a:spcBef>
              <a:spcPct val="0"/>
            </a:spcBef>
            <a:spcAft>
              <a:spcPct val="35000"/>
            </a:spcAft>
            <a:buFont typeface="Arial" panose="020B0604020202020204" pitchFamily="34" charset="0"/>
            <a:buNone/>
          </a:pPr>
          <a:endParaRPr lang="en-IN" sz="1800" kern="1200" dirty="0"/>
        </a:p>
        <a:p>
          <a:pPr marL="0" lvl="0" indent="0" algn="l" defTabSz="800100">
            <a:lnSpc>
              <a:spcPct val="90000"/>
            </a:lnSpc>
            <a:spcBef>
              <a:spcPct val="0"/>
            </a:spcBef>
            <a:spcAft>
              <a:spcPct val="35000"/>
            </a:spcAft>
            <a:buFont typeface="Arial" panose="020B0604020202020204" pitchFamily="34" charset="0"/>
            <a:buNone/>
          </a:pPr>
          <a:r>
            <a:rPr lang="en-IN" sz="1800" kern="1200" dirty="0"/>
            <a:t>Plot new_cases with time for all continents</a:t>
          </a:r>
        </a:p>
        <a:p>
          <a:pPr marL="0" lvl="0" indent="0" algn="l" defTabSz="800100">
            <a:lnSpc>
              <a:spcPct val="90000"/>
            </a:lnSpc>
            <a:spcBef>
              <a:spcPct val="0"/>
            </a:spcBef>
            <a:spcAft>
              <a:spcPct val="35000"/>
            </a:spcAft>
            <a:buFont typeface="Arial" panose="020B0604020202020204" pitchFamily="34" charset="0"/>
            <a:buNone/>
          </a:pPr>
          <a:endParaRPr lang="en-IN" sz="1800" kern="1200" dirty="0"/>
        </a:p>
        <a:p>
          <a:pPr marL="0" lvl="0" indent="0" algn="l" defTabSz="800100">
            <a:lnSpc>
              <a:spcPct val="90000"/>
            </a:lnSpc>
            <a:spcBef>
              <a:spcPct val="0"/>
            </a:spcBef>
            <a:spcAft>
              <a:spcPct val="35000"/>
            </a:spcAft>
            <a:buFont typeface="Arial" panose="020B0604020202020204" pitchFamily="34" charset="0"/>
            <a:buNone/>
          </a:pPr>
          <a:r>
            <a:rPr lang="en-IN" sz="1800" kern="1200" dirty="0"/>
            <a:t>Choose a specific continent for our research</a:t>
          </a:r>
        </a:p>
      </dsp:txBody>
      <dsp:txXfrm>
        <a:off x="3977" y="1111597"/>
        <a:ext cx="3370199" cy="2702140"/>
      </dsp:txXfrm>
    </dsp:sp>
    <dsp:sp modelId="{4A713AC4-7E70-46F6-ABED-D5D88D955877}">
      <dsp:nvSpPr>
        <dsp:cNvPr id="0" name=""/>
        <dsp:cNvSpPr/>
      </dsp:nvSpPr>
      <dsp:spPr>
        <a:xfrm>
          <a:off x="3652451" y="543"/>
          <a:ext cx="3703515" cy="1111054"/>
        </a:xfrm>
        <a:prstGeom prst="chevron">
          <a:avLst>
            <a:gd name="adj" fmla="val 30000"/>
          </a:avLst>
        </a:prstGeom>
        <a:solidFill>
          <a:schemeClr val="accent1">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84" tIns="137184" rIns="137184" bIns="137184" numCol="1" spcCol="1270" anchor="ctr" anchorCtr="0">
          <a:noAutofit/>
        </a:bodyPr>
        <a:lstStyle/>
        <a:p>
          <a:pPr marL="0" lvl="0" indent="0" algn="ctr" defTabSz="1244600">
            <a:lnSpc>
              <a:spcPct val="90000"/>
            </a:lnSpc>
            <a:spcBef>
              <a:spcPct val="0"/>
            </a:spcBef>
            <a:spcAft>
              <a:spcPct val="35000"/>
            </a:spcAft>
            <a:buNone/>
          </a:pPr>
          <a:r>
            <a:rPr lang="en-IN" sz="2800" kern="1200" dirty="0"/>
            <a:t>Trend Analysis</a:t>
          </a:r>
        </a:p>
      </dsp:txBody>
      <dsp:txXfrm>
        <a:off x="3985767" y="543"/>
        <a:ext cx="3036883" cy="1111054"/>
      </dsp:txXfrm>
    </dsp:sp>
    <dsp:sp modelId="{303D4574-42B8-49F0-9A9F-4AA881514AA8}">
      <dsp:nvSpPr>
        <dsp:cNvPr id="0" name=""/>
        <dsp:cNvSpPr/>
      </dsp:nvSpPr>
      <dsp:spPr>
        <a:xfrm>
          <a:off x="3652451" y="1111597"/>
          <a:ext cx="3370199" cy="2702140"/>
        </a:xfrm>
        <a:prstGeom prst="rect">
          <a:avLst/>
        </a:prstGeom>
        <a:solidFill>
          <a:schemeClr val="accent1">
            <a:alpha val="90000"/>
            <a:tint val="40000"/>
            <a:hueOff val="0"/>
            <a:satOff val="0"/>
            <a:lumOff val="0"/>
            <a:alphaOff val="0"/>
          </a:schemeClr>
        </a:solidFill>
        <a:ln w="2222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321" tIns="266321" rIns="266321" bIns="532641" numCol="1" spcCol="1270" anchor="t" anchorCtr="0">
          <a:noAutofit/>
        </a:bodyPr>
        <a:lstStyle/>
        <a:p>
          <a:pPr marL="0" lvl="0" indent="0" algn="l" defTabSz="800100">
            <a:lnSpc>
              <a:spcPct val="90000"/>
            </a:lnSpc>
            <a:spcBef>
              <a:spcPct val="0"/>
            </a:spcBef>
            <a:spcAft>
              <a:spcPct val="35000"/>
            </a:spcAft>
            <a:buNone/>
          </a:pPr>
          <a:r>
            <a:rPr lang="en-IN" sz="1800" kern="1200" dirty="0"/>
            <a:t>Analyse new_cases trend</a:t>
          </a:r>
        </a:p>
        <a:p>
          <a:pPr marL="0" lvl="0" indent="0" algn="l" defTabSz="800100">
            <a:lnSpc>
              <a:spcPct val="90000"/>
            </a:lnSpc>
            <a:spcBef>
              <a:spcPct val="0"/>
            </a:spcBef>
            <a:spcAft>
              <a:spcPct val="35000"/>
            </a:spcAft>
            <a:buNone/>
          </a:pPr>
          <a:endParaRPr lang="en-IN" sz="1800" kern="1200" dirty="0"/>
        </a:p>
        <a:p>
          <a:pPr marL="0" lvl="0" indent="0" algn="l" defTabSz="800100">
            <a:lnSpc>
              <a:spcPct val="90000"/>
            </a:lnSpc>
            <a:spcBef>
              <a:spcPct val="0"/>
            </a:spcBef>
            <a:spcAft>
              <a:spcPct val="35000"/>
            </a:spcAft>
            <a:buNone/>
          </a:pPr>
          <a:r>
            <a:rPr lang="en-IN" sz="1800" kern="1200" dirty="0"/>
            <a:t>Define dynamic threshold</a:t>
          </a:r>
        </a:p>
        <a:p>
          <a:pPr marL="0" lvl="0" indent="0" algn="l" defTabSz="800100">
            <a:lnSpc>
              <a:spcPct val="90000"/>
            </a:lnSpc>
            <a:spcBef>
              <a:spcPct val="0"/>
            </a:spcBef>
            <a:spcAft>
              <a:spcPct val="35000"/>
            </a:spcAft>
            <a:buNone/>
          </a:pPr>
          <a:endParaRPr lang="en-IN" sz="1800" kern="1200" dirty="0"/>
        </a:p>
        <a:p>
          <a:pPr marL="0" lvl="0" indent="0" algn="l" defTabSz="800100">
            <a:lnSpc>
              <a:spcPct val="90000"/>
            </a:lnSpc>
            <a:spcBef>
              <a:spcPct val="0"/>
            </a:spcBef>
            <a:spcAft>
              <a:spcPct val="35000"/>
            </a:spcAft>
            <a:buNone/>
          </a:pPr>
          <a:r>
            <a:rPr lang="en-IN" sz="1800" kern="1200" dirty="0"/>
            <a:t>Find false positives</a:t>
          </a:r>
        </a:p>
      </dsp:txBody>
      <dsp:txXfrm>
        <a:off x="3652451" y="1111597"/>
        <a:ext cx="3370199" cy="2702140"/>
      </dsp:txXfrm>
    </dsp:sp>
    <dsp:sp modelId="{D19346D0-D99E-42C0-9882-E3FDDFA7E83A}">
      <dsp:nvSpPr>
        <dsp:cNvPr id="0" name=""/>
        <dsp:cNvSpPr/>
      </dsp:nvSpPr>
      <dsp:spPr>
        <a:xfrm>
          <a:off x="7300924" y="543"/>
          <a:ext cx="3703515" cy="1111054"/>
        </a:xfrm>
        <a:prstGeom prst="chevron">
          <a:avLst>
            <a:gd name="adj" fmla="val 30000"/>
          </a:avLst>
        </a:prstGeom>
        <a:solidFill>
          <a:schemeClr val="accent1">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84" tIns="137184" rIns="137184" bIns="137184" numCol="1" spcCol="1270" anchor="ctr" anchorCtr="0">
          <a:noAutofit/>
        </a:bodyPr>
        <a:lstStyle/>
        <a:p>
          <a:pPr marL="0" lvl="0" indent="0" algn="ctr" defTabSz="1244600">
            <a:lnSpc>
              <a:spcPct val="90000"/>
            </a:lnSpc>
            <a:spcBef>
              <a:spcPct val="0"/>
            </a:spcBef>
            <a:spcAft>
              <a:spcPct val="35000"/>
            </a:spcAft>
            <a:buNone/>
          </a:pPr>
          <a:r>
            <a:rPr lang="en-IN" sz="2800" kern="1200" dirty="0"/>
            <a:t>Experiment</a:t>
          </a:r>
        </a:p>
      </dsp:txBody>
      <dsp:txXfrm>
        <a:off x="7634240" y="543"/>
        <a:ext cx="3036883" cy="1111054"/>
      </dsp:txXfrm>
    </dsp:sp>
    <dsp:sp modelId="{39B48E4E-42D0-4B7F-9DE2-D63A38C3D510}">
      <dsp:nvSpPr>
        <dsp:cNvPr id="0" name=""/>
        <dsp:cNvSpPr/>
      </dsp:nvSpPr>
      <dsp:spPr>
        <a:xfrm>
          <a:off x="7300924" y="1111597"/>
          <a:ext cx="3370199" cy="2702140"/>
        </a:xfrm>
        <a:prstGeom prst="rect">
          <a:avLst/>
        </a:prstGeom>
        <a:solidFill>
          <a:schemeClr val="accent1">
            <a:alpha val="90000"/>
            <a:tint val="40000"/>
            <a:hueOff val="0"/>
            <a:satOff val="0"/>
            <a:lumOff val="0"/>
            <a:alphaOff val="0"/>
          </a:schemeClr>
        </a:solidFill>
        <a:ln w="2222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321" tIns="266321" rIns="266321" bIns="532641" numCol="1" spcCol="1270" anchor="t" anchorCtr="0">
          <a:noAutofit/>
        </a:bodyPr>
        <a:lstStyle/>
        <a:p>
          <a:pPr marL="0" lvl="0" indent="0" algn="l" defTabSz="800100">
            <a:lnSpc>
              <a:spcPct val="90000"/>
            </a:lnSpc>
            <a:spcBef>
              <a:spcPct val="0"/>
            </a:spcBef>
            <a:spcAft>
              <a:spcPct val="35000"/>
            </a:spcAft>
            <a:buNone/>
          </a:pPr>
          <a:r>
            <a:rPr lang="en-IN" sz="1800" kern="1200" dirty="0"/>
            <a:t>Define weight penalty function</a:t>
          </a:r>
        </a:p>
        <a:p>
          <a:pPr marL="0" lvl="0" indent="0" algn="l" defTabSz="800100">
            <a:lnSpc>
              <a:spcPct val="90000"/>
            </a:lnSpc>
            <a:spcBef>
              <a:spcPct val="0"/>
            </a:spcBef>
            <a:spcAft>
              <a:spcPct val="35000"/>
            </a:spcAft>
            <a:buNone/>
          </a:pPr>
          <a:endParaRPr lang="en-IN" sz="1800" kern="1200" dirty="0"/>
        </a:p>
        <a:p>
          <a:pPr marL="0" lvl="0" indent="0" algn="l" defTabSz="800100">
            <a:lnSpc>
              <a:spcPct val="90000"/>
            </a:lnSpc>
            <a:spcBef>
              <a:spcPct val="0"/>
            </a:spcBef>
            <a:spcAft>
              <a:spcPct val="35000"/>
            </a:spcAft>
            <a:buNone/>
          </a:pPr>
          <a:r>
            <a:rPr lang="en-IN" sz="1800" kern="1200" dirty="0"/>
            <a:t>Introduce calibrated noise(Laplace noise)</a:t>
          </a:r>
        </a:p>
        <a:p>
          <a:pPr marL="0" lvl="0" indent="0" algn="l" defTabSz="800100">
            <a:lnSpc>
              <a:spcPct val="90000"/>
            </a:lnSpc>
            <a:spcBef>
              <a:spcPct val="0"/>
            </a:spcBef>
            <a:spcAft>
              <a:spcPct val="35000"/>
            </a:spcAft>
            <a:buNone/>
          </a:pPr>
          <a:endParaRPr lang="en-IN" sz="1800" kern="1200" dirty="0"/>
        </a:p>
        <a:p>
          <a:pPr marL="0" lvl="0" indent="0" algn="l" defTabSz="800100">
            <a:lnSpc>
              <a:spcPct val="90000"/>
            </a:lnSpc>
            <a:spcBef>
              <a:spcPct val="0"/>
            </a:spcBef>
            <a:spcAft>
              <a:spcPct val="35000"/>
            </a:spcAft>
            <a:buNone/>
          </a:pPr>
          <a:r>
            <a:rPr lang="en-IN" sz="1800" kern="1200" dirty="0"/>
            <a:t>Apply ML post-processing to the dataset</a:t>
          </a:r>
        </a:p>
      </dsp:txBody>
      <dsp:txXfrm>
        <a:off x="7300924" y="1111597"/>
        <a:ext cx="3370199" cy="270214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51FA29-00FA-4DD6-8B7A-DE21E7B3F390}">
      <dsp:nvSpPr>
        <dsp:cNvPr id="0" name=""/>
        <dsp:cNvSpPr/>
      </dsp:nvSpPr>
      <dsp:spPr>
        <a:xfrm>
          <a:off x="138445" y="166"/>
          <a:ext cx="2190622" cy="1314373"/>
        </a:xfrm>
        <a:prstGeom prst="roundRect">
          <a:avLst>
            <a:gd name="adj" fmla="val 10000"/>
          </a:avLst>
        </a:prstGeom>
        <a:solidFill>
          <a:schemeClr val="accent4">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b="0" i="0" kern="1200" dirty="0" err="1"/>
            <a:t>confirmed_outbreak</a:t>
          </a:r>
          <a:r>
            <a:rPr lang="en-IN" sz="1200" b="0" i="0" kern="1200" dirty="0"/>
            <a:t> (ground truth, fixed forever)</a:t>
          </a:r>
          <a:endParaRPr lang="en-IN" sz="1200" kern="1200" dirty="0"/>
        </a:p>
      </dsp:txBody>
      <dsp:txXfrm>
        <a:off x="176942" y="38663"/>
        <a:ext cx="2113628" cy="1237379"/>
      </dsp:txXfrm>
    </dsp:sp>
    <dsp:sp modelId="{5A195763-4EE7-45F1-B4E5-1655F0BE8B56}">
      <dsp:nvSpPr>
        <dsp:cNvPr id="0" name=""/>
        <dsp:cNvSpPr/>
      </dsp:nvSpPr>
      <dsp:spPr>
        <a:xfrm>
          <a:off x="2521842" y="385715"/>
          <a:ext cx="464411" cy="543274"/>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IN" sz="1000" kern="1200"/>
        </a:p>
      </dsp:txBody>
      <dsp:txXfrm>
        <a:off x="2521842" y="494370"/>
        <a:ext cx="325088" cy="325964"/>
      </dsp:txXfrm>
    </dsp:sp>
    <dsp:sp modelId="{FD984735-EF95-48AE-8E2A-746885A2B850}">
      <dsp:nvSpPr>
        <dsp:cNvPr id="0" name=""/>
        <dsp:cNvSpPr/>
      </dsp:nvSpPr>
      <dsp:spPr>
        <a:xfrm>
          <a:off x="3205316" y="166"/>
          <a:ext cx="2190622" cy="1314373"/>
        </a:xfrm>
        <a:prstGeom prst="roundRect">
          <a:avLst>
            <a:gd name="adj" fmla="val 10000"/>
          </a:avLst>
        </a:prstGeom>
        <a:solidFill>
          <a:schemeClr val="accent4">
            <a:hueOff val="-757611"/>
            <a:satOff val="2836"/>
            <a:lumOff val="39"/>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0" i="0" kern="1200" dirty="0"/>
            <a:t>confirmed_outbreak_t_plus_7 </a:t>
          </a:r>
          <a:r>
            <a:rPr lang="en-IN" sz="1200" b="0" i="0" kern="1200" dirty="0"/>
            <a:t>(FP definition, fixed forever)</a:t>
          </a:r>
          <a:endParaRPr lang="en-IN" sz="1200" kern="1200" dirty="0"/>
        </a:p>
      </dsp:txBody>
      <dsp:txXfrm>
        <a:off x="3243813" y="38663"/>
        <a:ext cx="2113628" cy="1237379"/>
      </dsp:txXfrm>
    </dsp:sp>
    <dsp:sp modelId="{445A22CF-8934-43AB-B574-9A24010711D6}">
      <dsp:nvSpPr>
        <dsp:cNvPr id="0" name=""/>
        <dsp:cNvSpPr/>
      </dsp:nvSpPr>
      <dsp:spPr>
        <a:xfrm>
          <a:off x="5588713" y="385715"/>
          <a:ext cx="464411" cy="543274"/>
        </a:xfrm>
        <a:prstGeom prst="rightArrow">
          <a:avLst>
            <a:gd name="adj1" fmla="val 60000"/>
            <a:gd name="adj2" fmla="val 50000"/>
          </a:avLst>
        </a:prstGeom>
        <a:solidFill>
          <a:schemeClr val="accent4">
            <a:hueOff val="-841790"/>
            <a:satOff val="3152"/>
            <a:lumOff val="44"/>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IN" sz="1000" kern="1200"/>
        </a:p>
      </dsp:txBody>
      <dsp:txXfrm>
        <a:off x="5588713" y="494370"/>
        <a:ext cx="325088" cy="325964"/>
      </dsp:txXfrm>
    </dsp:sp>
    <dsp:sp modelId="{24112A05-84B0-4494-9D00-1D4AD0A97FDA}">
      <dsp:nvSpPr>
        <dsp:cNvPr id="0" name=""/>
        <dsp:cNvSpPr/>
      </dsp:nvSpPr>
      <dsp:spPr>
        <a:xfrm>
          <a:off x="6272187" y="166"/>
          <a:ext cx="2190622" cy="1314373"/>
        </a:xfrm>
        <a:prstGeom prst="roundRect">
          <a:avLst>
            <a:gd name="adj" fmla="val 10000"/>
          </a:avLst>
        </a:prstGeom>
        <a:solidFill>
          <a:schemeClr val="accent4">
            <a:hueOff val="-1515222"/>
            <a:satOff val="5673"/>
            <a:lumOff val="78"/>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b="0" i="0" kern="1200" dirty="0"/>
            <a:t>clean </a:t>
          </a:r>
          <a:r>
            <a:rPr lang="en-IN" sz="1200" b="0" i="0" kern="1200" dirty="0" err="1"/>
            <a:t>z_score</a:t>
          </a:r>
          <a:r>
            <a:rPr lang="en-IN" sz="1200" b="0" i="0" kern="1200" dirty="0"/>
            <a:t> </a:t>
          </a:r>
          <a:r>
            <a:rPr lang="en-IN" sz="1200" b="0" i="0" kern="1200" dirty="0">
              <a:sym typeface="Wingdings" panose="05000000000000000000" pitchFamily="2" charset="2"/>
            </a:rPr>
            <a:t></a:t>
          </a:r>
          <a:r>
            <a:rPr lang="en-IN" sz="1200" b="0" i="0" kern="1200" dirty="0"/>
            <a:t> ROC curve </a:t>
          </a:r>
          <a:r>
            <a:rPr lang="en-IN" sz="1200" b="0" i="0" kern="1200" dirty="0">
              <a:sym typeface="Wingdings" panose="05000000000000000000" pitchFamily="2" charset="2"/>
            </a:rPr>
            <a:t></a:t>
          </a:r>
          <a:r>
            <a:rPr lang="en-IN" sz="1200" b="0" i="0" kern="1200" dirty="0"/>
            <a:t> Z=1.64</a:t>
          </a:r>
          <a:endParaRPr lang="en-IN" sz="1200" kern="1200" dirty="0"/>
        </a:p>
      </dsp:txBody>
      <dsp:txXfrm>
        <a:off x="6310684" y="38663"/>
        <a:ext cx="2113628" cy="1237379"/>
      </dsp:txXfrm>
    </dsp:sp>
    <dsp:sp modelId="{3342AD0A-2C53-43A5-91D4-7118D4D2AC42}">
      <dsp:nvSpPr>
        <dsp:cNvPr id="0" name=""/>
        <dsp:cNvSpPr/>
      </dsp:nvSpPr>
      <dsp:spPr>
        <a:xfrm>
          <a:off x="8655584" y="385715"/>
          <a:ext cx="464411" cy="543274"/>
        </a:xfrm>
        <a:prstGeom prst="rightArrow">
          <a:avLst>
            <a:gd name="adj1" fmla="val 60000"/>
            <a:gd name="adj2" fmla="val 50000"/>
          </a:avLst>
        </a:prstGeom>
        <a:solidFill>
          <a:schemeClr val="accent4">
            <a:hueOff val="-1683580"/>
            <a:satOff val="6303"/>
            <a:lumOff val="87"/>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IN" sz="1000" kern="1200"/>
        </a:p>
      </dsp:txBody>
      <dsp:txXfrm>
        <a:off x="8655584" y="494370"/>
        <a:ext cx="325088" cy="325964"/>
      </dsp:txXfrm>
    </dsp:sp>
    <dsp:sp modelId="{5F201766-7B9D-4B6F-A4FA-2363DC254515}">
      <dsp:nvSpPr>
        <dsp:cNvPr id="0" name=""/>
        <dsp:cNvSpPr/>
      </dsp:nvSpPr>
      <dsp:spPr>
        <a:xfrm>
          <a:off x="9339058" y="166"/>
          <a:ext cx="2190622" cy="1314373"/>
        </a:xfrm>
        <a:prstGeom prst="roundRect">
          <a:avLst>
            <a:gd name="adj" fmla="val 10000"/>
          </a:avLst>
        </a:prstGeom>
        <a:solidFill>
          <a:schemeClr val="accent4">
            <a:hueOff val="-2272833"/>
            <a:satOff val="8509"/>
            <a:lumOff val="118"/>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b="0" i="0" kern="1200" dirty="0" err="1"/>
            <a:t>dp_case_count</a:t>
          </a:r>
          <a:endParaRPr lang="en-IN" sz="1200" kern="1200" dirty="0"/>
        </a:p>
      </dsp:txBody>
      <dsp:txXfrm>
        <a:off x="9377555" y="38663"/>
        <a:ext cx="2113628" cy="1237379"/>
      </dsp:txXfrm>
    </dsp:sp>
    <dsp:sp modelId="{E0672D3C-D7BB-46D2-96E0-F849F330AF3C}">
      <dsp:nvSpPr>
        <dsp:cNvPr id="0" name=""/>
        <dsp:cNvSpPr/>
      </dsp:nvSpPr>
      <dsp:spPr>
        <a:xfrm rot="5400000">
          <a:off x="10202163" y="1467882"/>
          <a:ext cx="464411" cy="543274"/>
        </a:xfrm>
        <a:prstGeom prst="rightArrow">
          <a:avLst>
            <a:gd name="adj1" fmla="val 60000"/>
            <a:gd name="adj2" fmla="val 50000"/>
          </a:avLst>
        </a:prstGeom>
        <a:solidFill>
          <a:schemeClr val="accent4">
            <a:hueOff val="-2525370"/>
            <a:satOff val="9455"/>
            <a:lumOff val="131"/>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IN" sz="1000" kern="1200"/>
        </a:p>
      </dsp:txBody>
      <dsp:txXfrm rot="-5400000">
        <a:off x="10271387" y="1507314"/>
        <a:ext cx="325964" cy="325088"/>
      </dsp:txXfrm>
    </dsp:sp>
    <dsp:sp modelId="{CFB6CED3-F92C-4CCE-A647-681824B3A9EF}">
      <dsp:nvSpPr>
        <dsp:cNvPr id="0" name=""/>
        <dsp:cNvSpPr/>
      </dsp:nvSpPr>
      <dsp:spPr>
        <a:xfrm>
          <a:off x="9339058" y="2190788"/>
          <a:ext cx="2190622" cy="1314373"/>
        </a:xfrm>
        <a:prstGeom prst="roundRect">
          <a:avLst>
            <a:gd name="adj" fmla="val 10000"/>
          </a:avLst>
        </a:prstGeom>
        <a:solidFill>
          <a:schemeClr val="accent4">
            <a:hueOff val="-3030443"/>
            <a:satOff val="11346"/>
            <a:lumOff val="157"/>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b="0" i="0" kern="1200" dirty="0" err="1"/>
            <a:t>dp_confirmed_outbreak</a:t>
          </a:r>
          <a:r>
            <a:rPr lang="en-IN" sz="1200" b="0" i="0" kern="1200" dirty="0"/>
            <a:t> (noisy detector)</a:t>
          </a:r>
          <a:endParaRPr lang="en-IN" sz="1200" kern="1200" dirty="0"/>
        </a:p>
      </dsp:txBody>
      <dsp:txXfrm>
        <a:off x="9377555" y="2229285"/>
        <a:ext cx="2113628" cy="1237379"/>
      </dsp:txXfrm>
    </dsp:sp>
    <dsp:sp modelId="{47C1547D-394E-4F17-896C-CE25745B9A6D}">
      <dsp:nvSpPr>
        <dsp:cNvPr id="0" name=""/>
        <dsp:cNvSpPr/>
      </dsp:nvSpPr>
      <dsp:spPr>
        <a:xfrm rot="10800000">
          <a:off x="8681871" y="2576337"/>
          <a:ext cx="464411" cy="543274"/>
        </a:xfrm>
        <a:prstGeom prst="rightArrow">
          <a:avLst>
            <a:gd name="adj1" fmla="val 60000"/>
            <a:gd name="adj2" fmla="val 50000"/>
          </a:avLst>
        </a:prstGeom>
        <a:solidFill>
          <a:schemeClr val="accent4">
            <a:hueOff val="-3367159"/>
            <a:satOff val="12606"/>
            <a:lumOff val="174"/>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IN" sz="1000" kern="1200"/>
        </a:p>
      </dsp:txBody>
      <dsp:txXfrm rot="10800000">
        <a:off x="8821194" y="2684992"/>
        <a:ext cx="325088" cy="325964"/>
      </dsp:txXfrm>
    </dsp:sp>
    <dsp:sp modelId="{F831A2C4-BFBE-4586-8A86-F37DD043D913}">
      <dsp:nvSpPr>
        <dsp:cNvPr id="0" name=""/>
        <dsp:cNvSpPr/>
      </dsp:nvSpPr>
      <dsp:spPr>
        <a:xfrm>
          <a:off x="6272187" y="2190788"/>
          <a:ext cx="2190622" cy="1314373"/>
        </a:xfrm>
        <a:prstGeom prst="roundRect">
          <a:avLst>
            <a:gd name="adj" fmla="val 10000"/>
          </a:avLst>
        </a:prstGeom>
        <a:solidFill>
          <a:schemeClr val="accent4">
            <a:hueOff val="-3788054"/>
            <a:satOff val="14182"/>
            <a:lumOff val="196"/>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b="0" i="0" kern="1200" dirty="0"/>
            <a:t>baseline_f1 (confirmed_outbreak vs </a:t>
          </a:r>
          <a:r>
            <a:rPr lang="en-IN" sz="1200" b="0" i="0" kern="1200" dirty="0" err="1"/>
            <a:t>dp_confirmed_outbreak</a:t>
          </a:r>
          <a:r>
            <a:rPr lang="en-IN" sz="1200" b="0" i="0" kern="1200" dirty="0"/>
            <a:t>)</a:t>
          </a:r>
          <a:endParaRPr lang="en-IN" sz="1200" kern="1200" dirty="0"/>
        </a:p>
      </dsp:txBody>
      <dsp:txXfrm>
        <a:off x="6310684" y="2229285"/>
        <a:ext cx="2113628" cy="1237379"/>
      </dsp:txXfrm>
    </dsp:sp>
    <dsp:sp modelId="{955A8902-D0E0-4093-A9DB-B703998AB8C4}">
      <dsp:nvSpPr>
        <dsp:cNvPr id="0" name=""/>
        <dsp:cNvSpPr/>
      </dsp:nvSpPr>
      <dsp:spPr>
        <a:xfrm rot="10800000">
          <a:off x="5615000" y="2576337"/>
          <a:ext cx="464411" cy="543274"/>
        </a:xfrm>
        <a:prstGeom prst="rightArrow">
          <a:avLst>
            <a:gd name="adj1" fmla="val 60000"/>
            <a:gd name="adj2" fmla="val 50000"/>
          </a:avLst>
        </a:prstGeom>
        <a:solidFill>
          <a:schemeClr val="accent4">
            <a:hueOff val="-4208949"/>
            <a:satOff val="15758"/>
            <a:lumOff val="218"/>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IN" sz="1000" kern="1200"/>
        </a:p>
      </dsp:txBody>
      <dsp:txXfrm rot="10800000">
        <a:off x="5754323" y="2684992"/>
        <a:ext cx="325088" cy="325964"/>
      </dsp:txXfrm>
    </dsp:sp>
    <dsp:sp modelId="{C81D16DC-EA3A-49AA-9DF8-5CC75345AFFD}">
      <dsp:nvSpPr>
        <dsp:cNvPr id="0" name=""/>
        <dsp:cNvSpPr/>
      </dsp:nvSpPr>
      <dsp:spPr>
        <a:xfrm>
          <a:off x="3205316" y="2190788"/>
          <a:ext cx="2190622" cy="1314373"/>
        </a:xfrm>
        <a:prstGeom prst="roundRect">
          <a:avLst>
            <a:gd name="adj" fmla="val 10000"/>
          </a:avLst>
        </a:prstGeom>
        <a:solidFill>
          <a:schemeClr val="accent4">
            <a:hueOff val="-4545665"/>
            <a:satOff val="17018"/>
            <a:lumOff val="235"/>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b="0" i="0" kern="1200" dirty="0"/>
            <a:t>DP features (7 total)</a:t>
          </a:r>
          <a:endParaRPr lang="en-IN" sz="1200" kern="1200" dirty="0"/>
        </a:p>
      </dsp:txBody>
      <dsp:txXfrm>
        <a:off x="3243813" y="2229285"/>
        <a:ext cx="2113628" cy="1237379"/>
      </dsp:txXfrm>
    </dsp:sp>
    <dsp:sp modelId="{9247CDD3-7F8B-4DC8-BCCA-920EE07D5ACD}">
      <dsp:nvSpPr>
        <dsp:cNvPr id="0" name=""/>
        <dsp:cNvSpPr/>
      </dsp:nvSpPr>
      <dsp:spPr>
        <a:xfrm rot="10800000">
          <a:off x="2548129" y="2576337"/>
          <a:ext cx="464411" cy="543274"/>
        </a:xfrm>
        <a:prstGeom prst="rightArrow">
          <a:avLst>
            <a:gd name="adj1" fmla="val 60000"/>
            <a:gd name="adj2" fmla="val 50000"/>
          </a:avLst>
        </a:prstGeom>
        <a:solidFill>
          <a:schemeClr val="accent4">
            <a:hueOff val="-5050739"/>
            <a:satOff val="18909"/>
            <a:lumOff val="261"/>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IN" sz="1000" kern="1200"/>
        </a:p>
      </dsp:txBody>
      <dsp:txXfrm rot="10800000">
        <a:off x="2687452" y="2684992"/>
        <a:ext cx="325088" cy="325964"/>
      </dsp:txXfrm>
    </dsp:sp>
    <dsp:sp modelId="{1AF7F542-1D40-4781-ADAC-2D937133C92F}">
      <dsp:nvSpPr>
        <dsp:cNvPr id="0" name=""/>
        <dsp:cNvSpPr/>
      </dsp:nvSpPr>
      <dsp:spPr>
        <a:xfrm>
          <a:off x="138445" y="2190788"/>
          <a:ext cx="2190622" cy="1314373"/>
        </a:xfrm>
        <a:prstGeom prst="roundRect">
          <a:avLst>
            <a:gd name="adj" fmla="val 10000"/>
          </a:avLst>
        </a:prstGeom>
        <a:solidFill>
          <a:schemeClr val="accent4">
            <a:hueOff val="-5303276"/>
            <a:satOff val="19855"/>
            <a:lumOff val="274"/>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b="0" i="0" kern="1200" dirty="0" err="1"/>
            <a:t>false_positive</a:t>
          </a:r>
          <a:r>
            <a:rPr lang="en-IN" sz="1200" b="0" i="0" kern="1200" dirty="0"/>
            <a:t> </a:t>
          </a:r>
          <a:r>
            <a:rPr lang="en-US" sz="1200" b="0" i="0" kern="1200" dirty="0"/>
            <a:t>(</a:t>
          </a:r>
          <a:r>
            <a:rPr lang="en-US" sz="1200" b="0" i="0" kern="1200" dirty="0" err="1"/>
            <a:t>dp_confirmed</a:t>
          </a:r>
          <a:r>
            <a:rPr lang="en-US" sz="1200" b="0" i="0" kern="1200" dirty="0"/>
            <a:t>=1 AND t+7=0)</a:t>
          </a:r>
          <a:endParaRPr lang="en-IN" sz="1200" kern="1200" dirty="0"/>
        </a:p>
      </dsp:txBody>
      <dsp:txXfrm>
        <a:off x="176942" y="2229285"/>
        <a:ext cx="2113628" cy="1237379"/>
      </dsp:txXfrm>
    </dsp:sp>
    <dsp:sp modelId="{11A86053-FD24-47C5-A370-E6C5976FFC0F}">
      <dsp:nvSpPr>
        <dsp:cNvPr id="0" name=""/>
        <dsp:cNvSpPr/>
      </dsp:nvSpPr>
      <dsp:spPr>
        <a:xfrm rot="5400000">
          <a:off x="1001550" y="3658505"/>
          <a:ext cx="464411" cy="543274"/>
        </a:xfrm>
        <a:prstGeom prst="rightArrow">
          <a:avLst>
            <a:gd name="adj1" fmla="val 60000"/>
            <a:gd name="adj2" fmla="val 50000"/>
          </a:avLst>
        </a:prstGeom>
        <a:solidFill>
          <a:schemeClr val="accent4">
            <a:hueOff val="-5892529"/>
            <a:satOff val="22061"/>
            <a:lumOff val="305"/>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IN" sz="1000" kern="1200"/>
        </a:p>
      </dsp:txBody>
      <dsp:txXfrm rot="-5400000">
        <a:off x="1070774" y="3697937"/>
        <a:ext cx="325964" cy="325088"/>
      </dsp:txXfrm>
    </dsp:sp>
    <dsp:sp modelId="{DBF1E9B7-AE31-4C6D-9B78-FF037ABC756B}">
      <dsp:nvSpPr>
        <dsp:cNvPr id="0" name=""/>
        <dsp:cNvSpPr/>
      </dsp:nvSpPr>
      <dsp:spPr>
        <a:xfrm>
          <a:off x="138445" y="4381410"/>
          <a:ext cx="2190622" cy="1314373"/>
        </a:xfrm>
        <a:prstGeom prst="roundRect">
          <a:avLst>
            <a:gd name="adj" fmla="val 10000"/>
          </a:avLst>
        </a:prstGeom>
        <a:solidFill>
          <a:schemeClr val="accent4">
            <a:hueOff val="-6060887"/>
            <a:satOff val="22691"/>
            <a:lumOff val="314"/>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b="0" i="0" kern="1200" dirty="0" err="1"/>
            <a:t>fp_penalty</a:t>
          </a:r>
          <a:r>
            <a:rPr lang="en-IN" sz="1200" b="0" i="0" kern="1200" dirty="0"/>
            <a:t>, </a:t>
          </a:r>
          <a:r>
            <a:rPr lang="en-IN" sz="1200" b="0" i="0" kern="1200" dirty="0" err="1"/>
            <a:t>sample_weight</a:t>
          </a:r>
          <a:endParaRPr lang="en-IN" sz="1200" kern="1200" dirty="0"/>
        </a:p>
      </dsp:txBody>
      <dsp:txXfrm>
        <a:off x="176942" y="4419907"/>
        <a:ext cx="2113628" cy="1237379"/>
      </dsp:txXfrm>
    </dsp:sp>
    <dsp:sp modelId="{01ECC73E-3258-4033-A57F-4D83AF511214}">
      <dsp:nvSpPr>
        <dsp:cNvPr id="0" name=""/>
        <dsp:cNvSpPr/>
      </dsp:nvSpPr>
      <dsp:spPr>
        <a:xfrm>
          <a:off x="2521842" y="4766960"/>
          <a:ext cx="464411" cy="543274"/>
        </a:xfrm>
        <a:prstGeom prst="rightArrow">
          <a:avLst>
            <a:gd name="adj1" fmla="val 60000"/>
            <a:gd name="adj2" fmla="val 50000"/>
          </a:avLst>
        </a:prstGeom>
        <a:solidFill>
          <a:schemeClr val="accent4">
            <a:hueOff val="-6734318"/>
            <a:satOff val="25212"/>
            <a:lumOff val="348"/>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IN" sz="1000" kern="1200"/>
        </a:p>
      </dsp:txBody>
      <dsp:txXfrm>
        <a:off x="2521842" y="4875615"/>
        <a:ext cx="325088" cy="325964"/>
      </dsp:txXfrm>
    </dsp:sp>
    <dsp:sp modelId="{311ACED3-8C84-42CF-961C-1BE6BB5EE30B}">
      <dsp:nvSpPr>
        <dsp:cNvPr id="0" name=""/>
        <dsp:cNvSpPr/>
      </dsp:nvSpPr>
      <dsp:spPr>
        <a:xfrm>
          <a:off x="3205316" y="4381410"/>
          <a:ext cx="2190622" cy="1314373"/>
        </a:xfrm>
        <a:prstGeom prst="roundRect">
          <a:avLst>
            <a:gd name="adj" fmla="val 10000"/>
          </a:avLst>
        </a:prstGeom>
        <a:solidFill>
          <a:schemeClr val="accent4">
            <a:hueOff val="-6818497"/>
            <a:satOff val="25528"/>
            <a:lumOff val="353"/>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b="0" i="0" kern="1200" dirty="0"/>
            <a:t>GBM trained on [train]  inputs: </a:t>
          </a:r>
          <a:r>
            <a:rPr lang="en-IN" sz="1200" b="0" i="0" kern="1200" dirty="0" err="1"/>
            <a:t>dp</a:t>
          </a:r>
          <a:r>
            <a:rPr lang="en-IN" sz="1200" b="0" i="0" kern="1200" dirty="0"/>
            <a:t> features </a:t>
          </a:r>
          <a:r>
            <a:rPr lang="en-IN" sz="1200" b="0" i="0" kern="1200" dirty="0">
              <a:sym typeface="Wingdings" panose="05000000000000000000" pitchFamily="2" charset="2"/>
            </a:rPr>
            <a:t> </a:t>
          </a:r>
          <a:r>
            <a:rPr lang="en-IN" sz="1200" b="0" i="0" kern="1200" dirty="0"/>
            <a:t>threshold on [</a:t>
          </a:r>
          <a:r>
            <a:rPr lang="en-IN" sz="1200" b="0" i="0" kern="1200" dirty="0" err="1"/>
            <a:t>val</a:t>
          </a:r>
          <a:r>
            <a:rPr lang="en-IN" sz="1200" b="0" i="0" kern="1200" dirty="0"/>
            <a:t>]</a:t>
          </a:r>
          <a:endParaRPr lang="en-IN" sz="1200" kern="1200" dirty="0"/>
        </a:p>
      </dsp:txBody>
      <dsp:txXfrm>
        <a:off x="3243813" y="4419907"/>
        <a:ext cx="2113628" cy="1237379"/>
      </dsp:txXfrm>
    </dsp:sp>
    <dsp:sp modelId="{BA7F4F90-7E10-43E2-A81B-9C9418E5A743}">
      <dsp:nvSpPr>
        <dsp:cNvPr id="0" name=""/>
        <dsp:cNvSpPr/>
      </dsp:nvSpPr>
      <dsp:spPr>
        <a:xfrm>
          <a:off x="5588713" y="4766960"/>
          <a:ext cx="464411" cy="543274"/>
        </a:xfrm>
        <a:prstGeom prst="rightArrow">
          <a:avLst>
            <a:gd name="adj1" fmla="val 60000"/>
            <a:gd name="adj2" fmla="val 50000"/>
          </a:avLst>
        </a:prstGeom>
        <a:solidFill>
          <a:schemeClr val="accent4">
            <a:hueOff val="-7576108"/>
            <a:satOff val="28364"/>
            <a:lumOff val="392"/>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IN" sz="1000" kern="1200"/>
        </a:p>
      </dsp:txBody>
      <dsp:txXfrm>
        <a:off x="5588713" y="4875615"/>
        <a:ext cx="325088" cy="325964"/>
      </dsp:txXfrm>
    </dsp:sp>
    <dsp:sp modelId="{14427548-7147-4F78-84F0-54827A138BAE}">
      <dsp:nvSpPr>
        <dsp:cNvPr id="0" name=""/>
        <dsp:cNvSpPr/>
      </dsp:nvSpPr>
      <dsp:spPr>
        <a:xfrm>
          <a:off x="6272187" y="4381410"/>
          <a:ext cx="2190622" cy="1314373"/>
        </a:xfrm>
        <a:prstGeom prst="roundRect">
          <a:avLst>
            <a:gd name="adj" fmla="val 10000"/>
          </a:avLst>
        </a:prstGeom>
        <a:solidFill>
          <a:schemeClr val="accent4">
            <a:hueOff val="-7576108"/>
            <a:satOff val="28364"/>
            <a:lumOff val="392"/>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b="0" i="0" kern="1200" dirty="0"/>
            <a:t>ml_f1 on [test] (confirmed_outbreak vs </a:t>
          </a:r>
          <a:r>
            <a:rPr lang="en-IN" sz="1200" b="0" i="0" kern="1200" dirty="0" err="1"/>
            <a:t>ml_corrected_outbreak</a:t>
          </a:r>
          <a:r>
            <a:rPr lang="en-IN" sz="1200" b="0" i="0" kern="1200" dirty="0"/>
            <a:t>)</a:t>
          </a:r>
          <a:endParaRPr lang="en-IN" sz="1200" kern="1200" dirty="0"/>
        </a:p>
      </dsp:txBody>
      <dsp:txXfrm>
        <a:off x="6310684" y="4419907"/>
        <a:ext cx="2113628" cy="123737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6B6E1A-47C1-4F12-9362-51576B6949AB}">
      <dsp:nvSpPr>
        <dsp:cNvPr id="0" name=""/>
        <dsp:cNvSpPr/>
      </dsp:nvSpPr>
      <dsp:spPr>
        <a:xfrm>
          <a:off x="0" y="0"/>
          <a:ext cx="5800356" cy="0"/>
        </a:xfrm>
        <a:prstGeom prst="line">
          <a:avLst/>
        </a:prstGeom>
        <a:solidFill>
          <a:schemeClr val="accent1">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4F53A69E-1716-4671-BA7B-8A3E83440A3F}">
      <dsp:nvSpPr>
        <dsp:cNvPr id="0" name=""/>
        <dsp:cNvSpPr/>
      </dsp:nvSpPr>
      <dsp:spPr>
        <a:xfrm>
          <a:off x="0" y="0"/>
          <a:ext cx="5800356" cy="10622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a:t>At ε = 0.1, the ML-corrected model improves F1 from 0.5641 → 0.6027 (+3.86%), showing that ML can recover useful signal under strong differential privacy noise.</a:t>
          </a:r>
        </a:p>
      </dsp:txBody>
      <dsp:txXfrm>
        <a:off x="0" y="0"/>
        <a:ext cx="5800356" cy="1062295"/>
      </dsp:txXfrm>
    </dsp:sp>
    <dsp:sp modelId="{6B4CF814-C31D-4A6F-985C-8A07F481A3F9}">
      <dsp:nvSpPr>
        <dsp:cNvPr id="0" name=""/>
        <dsp:cNvSpPr/>
      </dsp:nvSpPr>
      <dsp:spPr>
        <a:xfrm>
          <a:off x="0" y="1062295"/>
          <a:ext cx="5800356" cy="0"/>
        </a:xfrm>
        <a:prstGeom prst="line">
          <a:avLst/>
        </a:prstGeom>
        <a:solidFill>
          <a:schemeClr val="accent1">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5B95A14F-D35B-4944-9063-05DDF5AF1FB8}">
      <dsp:nvSpPr>
        <dsp:cNvPr id="0" name=""/>
        <dsp:cNvSpPr/>
      </dsp:nvSpPr>
      <dsp:spPr>
        <a:xfrm>
          <a:off x="0" y="1062295"/>
          <a:ext cx="5800356" cy="10622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t>Performance improves as ε increases, reaching F1 = 0.8718 at ε = 4.0, compared to the baseline 0.7677 (+10.41%).</a:t>
          </a:r>
        </a:p>
      </dsp:txBody>
      <dsp:txXfrm>
        <a:off x="0" y="1062295"/>
        <a:ext cx="5800356" cy="1062295"/>
      </dsp:txXfrm>
    </dsp:sp>
    <dsp:sp modelId="{54188EF1-C3BA-4509-AAC7-6A280A87DA4C}">
      <dsp:nvSpPr>
        <dsp:cNvPr id="0" name=""/>
        <dsp:cNvSpPr/>
      </dsp:nvSpPr>
      <dsp:spPr>
        <a:xfrm>
          <a:off x="0" y="2124590"/>
          <a:ext cx="5800356" cy="0"/>
        </a:xfrm>
        <a:prstGeom prst="line">
          <a:avLst/>
        </a:prstGeom>
        <a:solidFill>
          <a:schemeClr val="accent1">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AAF84652-9B61-4456-9314-4F08A12182F8}">
      <dsp:nvSpPr>
        <dsp:cNvPr id="0" name=""/>
        <dsp:cNvSpPr/>
      </dsp:nvSpPr>
      <dsp:spPr>
        <a:xfrm>
          <a:off x="0" y="2124590"/>
          <a:ext cx="5800356" cy="10622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t>The model consistently outperforms the statistical baseline across all ε values, demonstrating the effectiveness of geospatial ML post-processing.</a:t>
          </a:r>
        </a:p>
      </dsp:txBody>
      <dsp:txXfrm>
        <a:off x="0" y="2124590"/>
        <a:ext cx="5800356" cy="1062295"/>
      </dsp:txXfrm>
    </dsp:sp>
    <dsp:sp modelId="{ACB44E3A-4376-4FBF-AB6F-0D8FEC235160}">
      <dsp:nvSpPr>
        <dsp:cNvPr id="0" name=""/>
        <dsp:cNvSpPr/>
      </dsp:nvSpPr>
      <dsp:spPr>
        <a:xfrm>
          <a:off x="0" y="3186885"/>
          <a:ext cx="5800356" cy="0"/>
        </a:xfrm>
        <a:prstGeom prst="line">
          <a:avLst/>
        </a:prstGeom>
        <a:solidFill>
          <a:schemeClr val="accent1">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A3A82D06-1316-413D-A16F-A1E298F6A0D2}">
      <dsp:nvSpPr>
        <dsp:cNvPr id="0" name=""/>
        <dsp:cNvSpPr/>
      </dsp:nvSpPr>
      <dsp:spPr>
        <a:xfrm>
          <a:off x="0" y="3186885"/>
          <a:ext cx="5800356" cy="10622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a:t>ROC curves show strong classification performance, with AUC values between 0.903 and 0.970.</a:t>
          </a:r>
        </a:p>
      </dsp:txBody>
      <dsp:txXfrm>
        <a:off x="0" y="3186885"/>
        <a:ext cx="5800356" cy="106229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E26FAF-EA8E-44DB-8FAD-BCC8FDCB488F}">
      <dsp:nvSpPr>
        <dsp:cNvPr id="0" name=""/>
        <dsp:cNvSpPr/>
      </dsp:nvSpPr>
      <dsp:spPr>
        <a:xfrm>
          <a:off x="3231" y="1052820"/>
          <a:ext cx="2307241" cy="1465098"/>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60DAC8B-3F53-4A93-BF56-DB219864C435}">
      <dsp:nvSpPr>
        <dsp:cNvPr id="0" name=""/>
        <dsp:cNvSpPr/>
      </dsp:nvSpPr>
      <dsp:spPr>
        <a:xfrm>
          <a:off x="259591" y="1296362"/>
          <a:ext cx="2307241" cy="1465098"/>
        </a:xfrm>
        <a:prstGeom prst="roundRect">
          <a:avLst>
            <a:gd name="adj" fmla="val 10000"/>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kern="1200" dirty="0"/>
            <a:t>Take a bigger sample data, maybe even combining different datasets.</a:t>
          </a:r>
          <a:endParaRPr lang="en-US" sz="1900" kern="1200" dirty="0"/>
        </a:p>
      </dsp:txBody>
      <dsp:txXfrm>
        <a:off x="302502" y="1339273"/>
        <a:ext cx="2221419" cy="1379276"/>
      </dsp:txXfrm>
    </dsp:sp>
    <dsp:sp modelId="{68C77140-551F-4FED-AAD8-FAD4B724E113}">
      <dsp:nvSpPr>
        <dsp:cNvPr id="0" name=""/>
        <dsp:cNvSpPr/>
      </dsp:nvSpPr>
      <dsp:spPr>
        <a:xfrm>
          <a:off x="2823193" y="1052820"/>
          <a:ext cx="2307241" cy="1465098"/>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AA3553B-CC09-4BCE-ABFE-27A4CB790950}">
      <dsp:nvSpPr>
        <dsp:cNvPr id="0" name=""/>
        <dsp:cNvSpPr/>
      </dsp:nvSpPr>
      <dsp:spPr>
        <a:xfrm>
          <a:off x="3079553" y="1296362"/>
          <a:ext cx="2307241" cy="1465098"/>
        </a:xfrm>
        <a:prstGeom prst="roundRect">
          <a:avLst>
            <a:gd name="adj" fmla="val 10000"/>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kern="1200" dirty="0"/>
            <a:t>Train the data on previous outbreaks like SARS, MERS, Swine Flu.</a:t>
          </a:r>
          <a:endParaRPr lang="en-US" sz="1900" kern="1200" dirty="0"/>
        </a:p>
      </dsp:txBody>
      <dsp:txXfrm>
        <a:off x="3122464" y="1339273"/>
        <a:ext cx="2221419" cy="1379276"/>
      </dsp:txXfrm>
    </dsp:sp>
    <dsp:sp modelId="{0CB22B7D-D2EC-40AC-B80A-A028AA7EEF56}">
      <dsp:nvSpPr>
        <dsp:cNvPr id="0" name=""/>
        <dsp:cNvSpPr/>
      </dsp:nvSpPr>
      <dsp:spPr>
        <a:xfrm>
          <a:off x="5643155" y="1052820"/>
          <a:ext cx="2307241" cy="1465098"/>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07650CD-2D63-4A58-ABE3-B0A1FF4DC6C0}">
      <dsp:nvSpPr>
        <dsp:cNvPr id="0" name=""/>
        <dsp:cNvSpPr/>
      </dsp:nvSpPr>
      <dsp:spPr>
        <a:xfrm>
          <a:off x="5899515" y="1296362"/>
          <a:ext cx="2307241" cy="1465098"/>
        </a:xfrm>
        <a:prstGeom prst="roundRect">
          <a:avLst>
            <a:gd name="adj" fmla="val 10000"/>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kern="1200" dirty="0"/>
            <a:t>Applying noise at the individual patient level before data reaches the server.</a:t>
          </a:r>
          <a:endParaRPr lang="en-US" sz="1900" kern="1200" dirty="0"/>
        </a:p>
      </dsp:txBody>
      <dsp:txXfrm>
        <a:off x="5942426" y="1339273"/>
        <a:ext cx="2221419" cy="1379276"/>
      </dsp:txXfrm>
    </dsp:sp>
    <dsp:sp modelId="{EE5949E6-29FA-4234-99BF-7700158F7DAE}">
      <dsp:nvSpPr>
        <dsp:cNvPr id="0" name=""/>
        <dsp:cNvSpPr/>
      </dsp:nvSpPr>
      <dsp:spPr>
        <a:xfrm>
          <a:off x="8463116" y="1052820"/>
          <a:ext cx="2307241" cy="1465098"/>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61D6236-226A-4C0C-B061-81E045AB2193}">
      <dsp:nvSpPr>
        <dsp:cNvPr id="0" name=""/>
        <dsp:cNvSpPr/>
      </dsp:nvSpPr>
      <dsp:spPr>
        <a:xfrm>
          <a:off x="8719477" y="1296362"/>
          <a:ext cx="2307241" cy="1465098"/>
        </a:xfrm>
        <a:prstGeom prst="roundRect">
          <a:avLst>
            <a:gd name="adj" fmla="val 10000"/>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kern="1200" dirty="0"/>
            <a:t>Adaptive Differential Privacy Mechanisms</a:t>
          </a:r>
        </a:p>
      </dsp:txBody>
      <dsp:txXfrm>
        <a:off x="8762388" y="1339273"/>
        <a:ext cx="2221419" cy="137927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0AB5B0-B7DF-48D5-B424-6F23106F0B3E}">
      <dsp:nvSpPr>
        <dsp:cNvPr id="0" name=""/>
        <dsp:cNvSpPr/>
      </dsp:nvSpPr>
      <dsp:spPr>
        <a:xfrm>
          <a:off x="1151619" y="0"/>
          <a:ext cx="4709131" cy="4709131"/>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464D6E6-25F9-4087-88F4-BFCD6B3BF684}">
      <dsp:nvSpPr>
        <dsp:cNvPr id="0" name=""/>
        <dsp:cNvSpPr/>
      </dsp:nvSpPr>
      <dsp:spPr>
        <a:xfrm>
          <a:off x="1598986" y="447367"/>
          <a:ext cx="1836561" cy="1836561"/>
        </a:xfrm>
        <a:prstGeom prst="roundRect">
          <a:avLst/>
        </a:prstGeom>
        <a:solidFill>
          <a:schemeClr val="accent2">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kern="1200"/>
            <a:t>Plots for rising cases of COVID-19 for all continents</a:t>
          </a:r>
          <a:endParaRPr lang="en-US" sz="2000" kern="1200"/>
        </a:p>
      </dsp:txBody>
      <dsp:txXfrm>
        <a:off x="1688640" y="537021"/>
        <a:ext cx="1657253" cy="1657253"/>
      </dsp:txXfrm>
    </dsp:sp>
    <dsp:sp modelId="{5DCA3656-17AC-4540-84E5-5B48D7B89FA7}">
      <dsp:nvSpPr>
        <dsp:cNvPr id="0" name=""/>
        <dsp:cNvSpPr/>
      </dsp:nvSpPr>
      <dsp:spPr>
        <a:xfrm>
          <a:off x="3576821" y="447367"/>
          <a:ext cx="1836561" cy="1836561"/>
        </a:xfrm>
        <a:prstGeom prst="roundRect">
          <a:avLst/>
        </a:prstGeom>
        <a:solidFill>
          <a:schemeClr val="accent3">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kern="1200"/>
            <a:t>More detailed evaluation of weight penalty function</a:t>
          </a:r>
          <a:endParaRPr lang="en-US" sz="2000" kern="1200"/>
        </a:p>
      </dsp:txBody>
      <dsp:txXfrm>
        <a:off x="3666475" y="537021"/>
        <a:ext cx="1657253" cy="1657253"/>
      </dsp:txXfrm>
    </dsp:sp>
    <dsp:sp modelId="{4701A100-B53B-4844-B583-8DA6C0250880}">
      <dsp:nvSpPr>
        <dsp:cNvPr id="0" name=""/>
        <dsp:cNvSpPr/>
      </dsp:nvSpPr>
      <dsp:spPr>
        <a:xfrm>
          <a:off x="1598986" y="2425202"/>
          <a:ext cx="1836561" cy="1836561"/>
        </a:xfrm>
        <a:prstGeom prst="roundRect">
          <a:avLst/>
        </a:prstGeom>
        <a:solidFill>
          <a:schemeClr val="accent4">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kern="1200"/>
            <a:t>Importance of ROC curves</a:t>
          </a:r>
          <a:endParaRPr lang="en-US" sz="2000" kern="1200"/>
        </a:p>
      </dsp:txBody>
      <dsp:txXfrm>
        <a:off x="1688640" y="2514856"/>
        <a:ext cx="1657253" cy="1657253"/>
      </dsp:txXfrm>
    </dsp:sp>
    <dsp:sp modelId="{2234C1D4-1DD5-49AB-B761-C1D73503EC4E}">
      <dsp:nvSpPr>
        <dsp:cNvPr id="0" name=""/>
        <dsp:cNvSpPr/>
      </dsp:nvSpPr>
      <dsp:spPr>
        <a:xfrm>
          <a:off x="3576821" y="2425202"/>
          <a:ext cx="1836561" cy="1836561"/>
        </a:xfrm>
        <a:prstGeom prst="roundRect">
          <a:avLst/>
        </a:prstGeom>
        <a:solidFill>
          <a:schemeClr val="accent5">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Security &amp; Privacy considerations</a:t>
          </a:r>
        </a:p>
      </dsp:txBody>
      <dsp:txXfrm>
        <a:off x="3666475" y="2514856"/>
        <a:ext cx="1657253" cy="165725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16/7/layout/ChevronBlockProcess">
  <dgm:title val="Chevron Block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fact="0.6"/>
      <dgm:constr type="h" for="des" forName="composite" op="equ"/>
      <dgm:constr type="w" for="ch" forName="composite" refType="w"/>
      <dgm:constr type="w" for="des" forName="parTx"/>
      <dgm:constr type="h" for="des" forName="parTx" op="equ"/>
      <dgm:constr type="w" for="des" forName="desTx"/>
      <dgm:constr type="primFontSz" for="des" forName="parTx" val="28"/>
      <dgm:constr type="primFontSz" for="des" forName="desTx" refType="primFontSz" refFor="des" refForName="parTx" op="lte" fact="0.75"/>
      <dgm:constr type="h" for="des" forName="desTx" op="equ"/>
      <dgm:constr type="w" for="ch" forName="space" refType="w" op="equ" fact="-0.005"/>
    </dgm:constrLst>
    <dgm:ruleLst>
      <dgm:rule type="w" for="ch" forName="composite" val="0"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91"/>
              <dgm:constr type="t" for="ch" forName="desTx" refType="h" refFor="ch" refForName="parTx"/>
            </dgm:constrLst>
          </dgm:if>
          <dgm:else name="Name9">
            <dgm:constrLst>
              <dgm:constr type="l" for="ch" forName="parTx"/>
              <dgm:constr type="w" for="ch" forName="parTx" refType="w"/>
              <dgm:constr type="t" for="ch" forName="parTx"/>
              <dgm:constr type="l" for="ch" forName="desTx" refType="w" fact="0.09"/>
              <dgm:constr type="w" for="ch" forName="desTx" refType="w" refFor="ch" refForName="parTx" fact="0.91"/>
              <dgm:constr type="t" for="ch" forName="desTx" refType="h" refFor="ch" refForName="parTx"/>
            </dgm:constrLst>
          </dgm:else>
        </dgm:choose>
        <dgm:ruleLst>
          <dgm:rule type="h" val="INF" fact="NaN" max="NaN"/>
        </dgm:ruleLst>
        <dgm:layoutNode name="parTx" styleLbl="alignNode1">
          <dgm:varLst>
            <dgm:chMax val="0"/>
            <dgm:chPref val="0"/>
          </dgm:varLst>
          <dgm:alg type="tx"/>
          <dgm:choose name="Name10">
            <dgm:if name="Name11" func="var" arg="dir" op="equ" val="norm">
              <dgm:shape xmlns:r="http://schemas.openxmlformats.org/officeDocument/2006/relationships" type="chevron" r:blip="">
                <dgm:adjLst>
                  <dgm:adj idx="1" val="0.3"/>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3"/>
                <dgm:constr type="h"/>
                <dgm:constr type="tMarg" refType="w" fact="0.105"/>
                <dgm:constr type="bMarg" refType="w" fact="0.105"/>
                <dgm:constr type="lMarg" refType="w" fact="0.105"/>
                <dgm:constr type="rMarg" refType="w" fact="0.105"/>
              </dgm:constrLst>
            </dgm:if>
            <dgm:else name="Name15">
              <dgm:constrLst>
                <dgm:constr type="h" refType="w" op="lte" fact="0.3"/>
                <dgm:constr type="h"/>
                <dgm:constr type="tMarg" refType="w" fact="0.105"/>
                <dgm:constr type="bMarg" refType="w" fact="0.105"/>
                <dgm:constr type="lMarg" refType="w" fact="0.105"/>
                <dgm:constr type="rMarg" refType="w" fact="0.105"/>
              </dgm:constrLst>
            </dgm:else>
          </dgm:choose>
          <dgm:ruleLst>
            <dgm:rule type="h" val="INF" fact="NaN" max="NaN"/>
            <dgm:rule type="primFontSz" val="14" fact="NaN" max="NaN"/>
          </dgm:ruleLst>
        </dgm:layoutNode>
        <dgm:layoutNode name="desTx" styleLbl="alignAccFollowNode1">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primFontSz" val="20"/>
            <dgm:constr type="tMarg" refType="w" fact="0.224"/>
            <dgm:constr type="bMarg" refType="w" fact="0.448"/>
            <dgm:constr type="lMarg" refType="w" fact="0.224"/>
            <dgm:constr type="rMarg" refType="w" fact="0.224"/>
          </dgm:constrLst>
          <dgm:ruleLst>
            <dgm:rule type="h" val="INF" fact="NaN" max="NaN"/>
            <dgm:rule type="primFontSz" val="11"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4C3C3A6-B337-4D83-9CDB-B9C35780FF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B1C79A68-3D73-4695-8C1E-3CDBCB536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97C6B7-F63D-48F8-8C65-A57506B0F13B}" type="datetimeFigureOut">
              <a:rPr lang="en-US" smtClean="0"/>
              <a:t>3/16/2026</a:t>
            </a:fld>
            <a:endParaRPr lang="en-US" dirty="0"/>
          </a:p>
        </p:txBody>
      </p:sp>
      <p:sp>
        <p:nvSpPr>
          <p:cNvPr id="4" name="Footer Placeholder 3">
            <a:extLst>
              <a:ext uri="{FF2B5EF4-FFF2-40B4-BE49-F238E27FC236}">
                <a16:creationId xmlns:a16="http://schemas.microsoft.com/office/drawing/2014/main" id="{3CF5045C-A7CE-41D4-85C5-0E9ACEEF9B2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D59ABD0F-F8EA-4B9F-8647-FC7D4AE3D83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4AB78DD-9481-4863-BCCC-946573546DA1}" type="slidenum">
              <a:rPr lang="en-US" smtClean="0"/>
              <a:t>‹#›</a:t>
            </a:fld>
            <a:endParaRPr lang="en-US" dirty="0"/>
          </a:p>
        </p:txBody>
      </p:sp>
    </p:spTree>
    <p:extLst>
      <p:ext uri="{BB962C8B-B14F-4D97-AF65-F5344CB8AC3E}">
        <p14:creationId xmlns:p14="http://schemas.microsoft.com/office/powerpoint/2010/main" val="5850403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09A0FA-2191-4F92-A1E4-6EB4598AC4EC}" type="datetimeFigureOut">
              <a:rPr lang="en-US" smtClean="0"/>
              <a:t>3/16/2026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3359F2-43EF-4812-9DC0-98C0B1A40681}" type="slidenum">
              <a:rPr lang="en-US" smtClean="0"/>
              <a:t>‹#›</a:t>
            </a:fld>
            <a:endParaRPr lang="en-US" dirty="0"/>
          </a:p>
        </p:txBody>
      </p:sp>
    </p:spTree>
    <p:extLst>
      <p:ext uri="{BB962C8B-B14F-4D97-AF65-F5344CB8AC3E}">
        <p14:creationId xmlns:p14="http://schemas.microsoft.com/office/powerpoint/2010/main" val="4701116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my name is Shreshtha Kamboj and today I will be presenting my dissertation titled “Privacy-Preserving Outbreak Surveillance: Enabling Stronger Differential Privacy Through Geospatially-Aware Machine Learning”</a:t>
            </a:r>
          </a:p>
          <a:p>
            <a:endParaRPr lang="en-US" dirty="0"/>
          </a:p>
          <a:p>
            <a:r>
              <a:rPr lang="en-US" dirty="0"/>
              <a:t>This research explores how we can analyze disease outbreak data while still protecting sensitive patient information. </a:t>
            </a:r>
          </a:p>
          <a:p>
            <a:endParaRPr lang="en-US" dirty="0"/>
          </a:p>
          <a:p>
            <a:r>
              <a:rPr lang="en-US" dirty="0"/>
              <a:t>Before diving into the technical aspects, I will first introduce the key concepts behind DP and explain why privacy preserving analysis is so important in healthcare datasets.</a:t>
            </a:r>
          </a:p>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1</a:t>
            </a:fld>
            <a:endParaRPr lang="en-US" dirty="0"/>
          </a:p>
        </p:txBody>
      </p:sp>
    </p:spTree>
    <p:extLst>
      <p:ext uri="{BB962C8B-B14F-4D97-AF65-F5344CB8AC3E}">
        <p14:creationId xmlns:p14="http://schemas.microsoft.com/office/powerpoint/2010/main" val="19835233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quick overview of the structure of this presentation.</a:t>
            </a:r>
          </a:p>
        </p:txBody>
      </p:sp>
      <p:sp>
        <p:nvSpPr>
          <p:cNvPr id="4" name="Slide Number Placeholder 3"/>
          <p:cNvSpPr>
            <a:spLocks noGrp="1"/>
          </p:cNvSpPr>
          <p:nvPr>
            <p:ph type="sldNum" sz="quarter" idx="5"/>
          </p:nvPr>
        </p:nvSpPr>
        <p:spPr/>
        <p:txBody>
          <a:bodyPr/>
          <a:lstStyle/>
          <a:p>
            <a:fld id="{B63359F2-43EF-4812-9DC0-98C0B1A40681}" type="slidenum">
              <a:rPr lang="en-US" smtClean="0"/>
              <a:t>2</a:t>
            </a:fld>
            <a:endParaRPr lang="en-US" dirty="0"/>
          </a:p>
        </p:txBody>
      </p:sp>
    </p:spTree>
    <p:extLst>
      <p:ext uri="{BB962C8B-B14F-4D97-AF65-F5344CB8AC3E}">
        <p14:creationId xmlns:p14="http://schemas.microsoft.com/office/powerpoint/2010/main" val="9728502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DP is a mathematical framework used to protect individual data while still allowing useful statistical analysis. The key idea is that the output of a dataset analysis should not significantly change whether or not any single individual’s data is included in the dataset.</a:t>
            </a:r>
          </a:p>
          <a:p>
            <a:endParaRPr lang="en-IN" dirty="0"/>
          </a:p>
          <a:p>
            <a:r>
              <a:rPr lang="en-IN" dirty="0"/>
              <a:t>To achieve this, DP adds carefully calibrated random noise to the results of queries or statistical computations. However, while privacy improves with stronger noise, the accuracy of the data decreases, which creates an important privacy-utility trade-off.</a:t>
            </a:r>
          </a:p>
        </p:txBody>
      </p:sp>
      <p:sp>
        <p:nvSpPr>
          <p:cNvPr id="4" name="Slide Number Placeholder 3"/>
          <p:cNvSpPr>
            <a:spLocks noGrp="1"/>
          </p:cNvSpPr>
          <p:nvPr>
            <p:ph type="sldNum" sz="quarter" idx="5"/>
          </p:nvPr>
        </p:nvSpPr>
        <p:spPr/>
        <p:txBody>
          <a:bodyPr/>
          <a:lstStyle/>
          <a:p>
            <a:fld id="{B63359F2-43EF-4812-9DC0-98C0B1A40681}" type="slidenum">
              <a:rPr lang="en-US" smtClean="0"/>
              <a:t>3</a:t>
            </a:fld>
            <a:endParaRPr lang="en-US" dirty="0"/>
          </a:p>
        </p:txBody>
      </p:sp>
    </p:spTree>
    <p:extLst>
      <p:ext uri="{BB962C8B-B14F-4D97-AF65-F5344CB8AC3E}">
        <p14:creationId xmlns:p14="http://schemas.microsoft.com/office/powerpoint/2010/main" val="1146825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 main problem DP addresses is data leakage during statistical analysis. Even if the datasets remove obvious identifiers such as names or addresses, individuals can still sometimes be re-identified through combining multiple attributes, such as age, location, or medical condition.</a:t>
            </a:r>
          </a:p>
          <a:p>
            <a:endParaRPr lang="en-IN" dirty="0"/>
          </a:p>
          <a:p>
            <a:r>
              <a:rPr lang="en-IN" dirty="0"/>
              <a:t>Read example on the slide</a:t>
            </a:r>
          </a:p>
          <a:p>
            <a:endParaRPr lang="en-IN" dirty="0"/>
          </a:p>
          <a:p>
            <a:r>
              <a:rPr lang="en-IN" dirty="0"/>
              <a:t>This shows that DP is not just a theoretical concept, but it is already being used in real-world systems.</a:t>
            </a:r>
          </a:p>
        </p:txBody>
      </p:sp>
      <p:sp>
        <p:nvSpPr>
          <p:cNvPr id="4" name="Slide Number Placeholder 3"/>
          <p:cNvSpPr>
            <a:spLocks noGrp="1"/>
          </p:cNvSpPr>
          <p:nvPr>
            <p:ph type="sldNum" sz="quarter" idx="5"/>
          </p:nvPr>
        </p:nvSpPr>
        <p:spPr/>
        <p:txBody>
          <a:bodyPr/>
          <a:lstStyle/>
          <a:p>
            <a:fld id="{B63359F2-43EF-4812-9DC0-98C0B1A40681}" type="slidenum">
              <a:rPr lang="en-US" smtClean="0"/>
              <a:t>4</a:t>
            </a:fld>
            <a:endParaRPr lang="en-US" dirty="0"/>
          </a:p>
        </p:txBody>
      </p:sp>
    </p:spTree>
    <p:extLst>
      <p:ext uri="{BB962C8B-B14F-4D97-AF65-F5344CB8AC3E}">
        <p14:creationId xmlns:p14="http://schemas.microsoft.com/office/powerpoint/2010/main" val="3526757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Healthcare datasets are among the most sensitive types of data. They contain extremely, detailed information such as diagnoses, treatments, etc. But these datasets are incredibly valuable for medical research, disease prediction, and public health planning. </a:t>
            </a:r>
          </a:p>
          <a:p>
            <a:endParaRPr lang="en-IN" dirty="0"/>
          </a:p>
          <a:p>
            <a:r>
              <a:rPr lang="en-IN" dirty="0"/>
              <a:t>DP acts as a bridge between privacy regulations and data analysis.</a:t>
            </a:r>
          </a:p>
        </p:txBody>
      </p:sp>
      <p:sp>
        <p:nvSpPr>
          <p:cNvPr id="4" name="Slide Number Placeholder 3"/>
          <p:cNvSpPr>
            <a:spLocks noGrp="1"/>
          </p:cNvSpPr>
          <p:nvPr>
            <p:ph type="sldNum" sz="quarter" idx="5"/>
          </p:nvPr>
        </p:nvSpPr>
        <p:spPr/>
        <p:txBody>
          <a:bodyPr/>
          <a:lstStyle/>
          <a:p>
            <a:fld id="{B63359F2-43EF-4812-9DC0-98C0B1A40681}" type="slidenum">
              <a:rPr lang="en-US" smtClean="0"/>
              <a:t>5</a:t>
            </a:fld>
            <a:endParaRPr lang="en-US" dirty="0"/>
          </a:p>
        </p:txBody>
      </p:sp>
    </p:spTree>
    <p:extLst>
      <p:ext uri="{BB962C8B-B14F-4D97-AF65-F5344CB8AC3E}">
        <p14:creationId xmlns:p14="http://schemas.microsoft.com/office/powerpoint/2010/main" val="22252409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In this research, I focused on healthcare datasets, particularly pandemic related data such as COVID-19. Pandemics create a challenging situation where there is a need for detailed real-time data, but also significant privacy risks.</a:t>
            </a:r>
          </a:p>
          <a:p>
            <a:endParaRPr lang="en-IN" dirty="0"/>
          </a:p>
          <a:p>
            <a:r>
              <a:rPr lang="en-IN" dirty="0"/>
              <a:t>For example, imagine a report stating that there is exactly one 35 year old male with COVID-19 in a small rural zip code. In a small community, this information could easily identify a specific individual.</a:t>
            </a:r>
          </a:p>
          <a:p>
            <a:endParaRPr lang="en-IN" dirty="0"/>
          </a:p>
          <a:p>
            <a:r>
              <a:rPr lang="en-IN" dirty="0"/>
              <a:t>Read the solution from slide</a:t>
            </a:r>
          </a:p>
        </p:txBody>
      </p:sp>
      <p:sp>
        <p:nvSpPr>
          <p:cNvPr id="4" name="Slide Number Placeholder 3"/>
          <p:cNvSpPr>
            <a:spLocks noGrp="1"/>
          </p:cNvSpPr>
          <p:nvPr>
            <p:ph type="sldNum" sz="quarter" idx="5"/>
          </p:nvPr>
        </p:nvSpPr>
        <p:spPr/>
        <p:txBody>
          <a:bodyPr/>
          <a:lstStyle/>
          <a:p>
            <a:fld id="{B63359F2-43EF-4812-9DC0-98C0B1A40681}" type="slidenum">
              <a:rPr lang="en-US" smtClean="0"/>
              <a:t>6</a:t>
            </a:fld>
            <a:endParaRPr lang="en-US" dirty="0"/>
          </a:p>
        </p:txBody>
      </p:sp>
    </p:spTree>
    <p:extLst>
      <p:ext uri="{BB962C8B-B14F-4D97-AF65-F5344CB8AC3E}">
        <p14:creationId xmlns:p14="http://schemas.microsoft.com/office/powerpoint/2010/main" val="21793170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Read goal from slide</a:t>
            </a:r>
          </a:p>
          <a:p>
            <a:endParaRPr lang="en-IN" dirty="0"/>
          </a:p>
          <a:p>
            <a:r>
              <a:rPr lang="en-IN" dirty="0"/>
              <a:t>The question here is that if machine learning can help improve the usefulness of differentially private outbreak data without weakening privacy protection?</a:t>
            </a:r>
          </a:p>
          <a:p>
            <a:endParaRPr lang="en-IN" dirty="0"/>
          </a:p>
          <a:p>
            <a:r>
              <a:rPr lang="en-IN" dirty="0"/>
              <a:t>To address this question, I developed a model that incorporates, geospatial awareness meaning relationship between regions when analyzing outbreak data.</a:t>
            </a:r>
          </a:p>
        </p:txBody>
      </p:sp>
      <p:sp>
        <p:nvSpPr>
          <p:cNvPr id="4" name="Slide Number Placeholder 3"/>
          <p:cNvSpPr>
            <a:spLocks noGrp="1"/>
          </p:cNvSpPr>
          <p:nvPr>
            <p:ph type="sldNum" sz="quarter" idx="5"/>
          </p:nvPr>
        </p:nvSpPr>
        <p:spPr/>
        <p:txBody>
          <a:bodyPr/>
          <a:lstStyle/>
          <a:p>
            <a:fld id="{B63359F2-43EF-4812-9DC0-98C0B1A40681}" type="slidenum">
              <a:rPr lang="en-US" smtClean="0"/>
              <a:t>7</a:t>
            </a:fld>
            <a:endParaRPr lang="en-US" dirty="0"/>
          </a:p>
        </p:txBody>
      </p:sp>
    </p:spTree>
    <p:extLst>
      <p:ext uri="{BB962C8B-B14F-4D97-AF65-F5344CB8AC3E}">
        <p14:creationId xmlns:p14="http://schemas.microsoft.com/office/powerpoint/2010/main" val="23989646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 overall approach consists of 3 key steps. </a:t>
            </a:r>
          </a:p>
          <a:p>
            <a:endParaRPr lang="en-IN" dirty="0"/>
          </a:p>
          <a:p>
            <a:r>
              <a:rPr lang="en-IN" dirty="0"/>
              <a:t>First, the outbreak data is processed by selecting the relevant columns, sorting the data, and removing any Nan values to avoid any computational errors. Then we plot a line graph for new_cases rising for different continents. Just like every outbreak spreads differently across the globe, the same trend was observed and we could see that Asian continent was the most affected at start of COVID-19 pandemic. Historically, looking back at other major outbreaks like SARS in 2002 and Swine Flu in 2009, those two as well had an initial outbreak first observed in the Asian continent. Therefore, we select the Asian continent for our research based on the information we have on it like its spread rate, waves, and other factors influencing the outbreak.</a:t>
            </a:r>
          </a:p>
          <a:p>
            <a:endParaRPr lang="en-IN" dirty="0"/>
          </a:p>
          <a:p>
            <a:r>
              <a:rPr lang="en-IN" dirty="0"/>
              <a:t>Second, since we do not have a dataset specifically validating if the new_cases arising across the continent can be considered as ground truth, we analyse the trend line and then define a dynamic threshold to validate from the data if it is a outbreak or not. Our computation focusses not on a single criteria to declare it an outbreak but we select 3 flags; first is the ‘magnitude flag’ for catching sudden case spikes, second is the ‘growth flag’ for knowing if the cases are growing consistently, these both flags together ensure any data dump(like </a:t>
            </a:r>
            <a:r>
              <a:rPr lang="en-US" sz="1200" b="0" i="0" kern="1200" dirty="0">
                <a:solidFill>
                  <a:schemeClr val="tx1"/>
                </a:solidFill>
                <a:effectLst/>
                <a:latin typeface="+mn-lt"/>
                <a:ea typeface="+mn-ea"/>
                <a:cs typeface="+mn-cs"/>
              </a:rPr>
              <a:t>a country reporting 3 weeks of backlogged cases in one day</a:t>
            </a:r>
            <a:r>
              <a:rPr lang="en-IN" dirty="0"/>
              <a:t>) does not raise any false alarms, and the third is the ‘persistence flag’ which measures how long does the outbreak last. Combining these 3 flags together, a consistent ground truth is defined. Then we use these rule based detectors to tell us if its an outbreak and with another condition which considers 7-days from now, these both together help in detecting the false positives.</a:t>
            </a:r>
          </a:p>
          <a:p>
            <a:endParaRPr lang="en-IN" dirty="0"/>
          </a:p>
          <a:p>
            <a:r>
              <a:rPr lang="en-IN" dirty="0"/>
              <a:t>Last, we have is the main experiment loop, where we add the carefully calibrated Laplace noise to the data. Then we split the data into train/validate/test sets based on the unique dates making sure that the model does not predict anything in earlier months based on its training data in the later months. This way the model is only shown the data of first few months or the first wave for its training. So, when we find the recent false positive rate by using a 28 day rolling mean, it then penalizes the model weights based on the weight penalty function. According to the ML post-processing theorem, </a:t>
            </a:r>
            <a:r>
              <a:rPr lang="en-US" sz="1200" b="0" i="0" kern="1200" dirty="0">
                <a:solidFill>
                  <a:schemeClr val="tx1"/>
                </a:solidFill>
                <a:effectLst/>
                <a:latin typeface="+mn-lt"/>
                <a:ea typeface="+mn-ea"/>
                <a:cs typeface="+mn-cs"/>
              </a:rPr>
              <a:t>noise is added before anything else, so privacy is never compromised by the ML layer</a:t>
            </a:r>
            <a:endParaRPr lang="en-IN" dirty="0"/>
          </a:p>
        </p:txBody>
      </p:sp>
      <p:sp>
        <p:nvSpPr>
          <p:cNvPr id="4" name="Slide Number Placeholder 3"/>
          <p:cNvSpPr>
            <a:spLocks noGrp="1"/>
          </p:cNvSpPr>
          <p:nvPr>
            <p:ph type="sldNum" sz="quarter" idx="5"/>
          </p:nvPr>
        </p:nvSpPr>
        <p:spPr/>
        <p:txBody>
          <a:bodyPr/>
          <a:lstStyle/>
          <a:p>
            <a:fld id="{B63359F2-43EF-4812-9DC0-98C0B1A40681}" type="slidenum">
              <a:rPr lang="en-US" smtClean="0"/>
              <a:t>8</a:t>
            </a:fld>
            <a:endParaRPr lang="en-US" dirty="0"/>
          </a:p>
        </p:txBody>
      </p:sp>
    </p:spTree>
    <p:extLst>
      <p:ext uri="{BB962C8B-B14F-4D97-AF65-F5344CB8AC3E}">
        <p14:creationId xmlns:p14="http://schemas.microsoft.com/office/powerpoint/2010/main" val="20191029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On the top right corner we have the plot for rising covid cases in the Asian continent. When broken down in to quarters we see that in the first quarter there is one outlier for which the reason could be delay in the reporting, and we see a few 100 cases everyday. In the second quarter, that rise becomes more consistent and we see a few 200 cases everyday. In the third quarter it rises to a few thousand cases daily.</a:t>
            </a:r>
          </a:p>
          <a:p>
            <a:endParaRPr lang="en-IN" dirty="0"/>
          </a:p>
          <a:p>
            <a:r>
              <a:rPr lang="en-IN" dirty="0"/>
              <a:t>On the bottom right corner we have the ROC curve which is a plot for TPR vs FPR. The significance of this plot is that one of the flags use </a:t>
            </a:r>
            <a:r>
              <a:rPr lang="en-IN" dirty="0" err="1"/>
              <a:t>z_score</a:t>
            </a:r>
            <a:r>
              <a:rPr lang="en-IN" dirty="0"/>
              <a:t> to declare it an outbreak. But since the area under the curve is low, this criteria alone is not sufficient in defining an outbreak. We use the optimal threshold value of 1.64 in the detector later on.</a:t>
            </a:r>
          </a:p>
        </p:txBody>
      </p:sp>
      <p:sp>
        <p:nvSpPr>
          <p:cNvPr id="4" name="Slide Number Placeholder 3"/>
          <p:cNvSpPr>
            <a:spLocks noGrp="1"/>
          </p:cNvSpPr>
          <p:nvPr>
            <p:ph type="sldNum" sz="quarter" idx="5"/>
          </p:nvPr>
        </p:nvSpPr>
        <p:spPr/>
        <p:txBody>
          <a:bodyPr/>
          <a:lstStyle/>
          <a:p>
            <a:fld id="{B63359F2-43EF-4812-9DC0-98C0B1A40681}" type="slidenum">
              <a:rPr lang="en-US" smtClean="0"/>
              <a:t>9</a:t>
            </a:fld>
            <a:endParaRPr lang="en-US" dirty="0"/>
          </a:p>
        </p:txBody>
      </p:sp>
    </p:spTree>
    <p:extLst>
      <p:ext uri="{BB962C8B-B14F-4D97-AF65-F5344CB8AC3E}">
        <p14:creationId xmlns:p14="http://schemas.microsoft.com/office/powerpoint/2010/main" val="16990074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It is important to note that the GBM gives a probability which we convert into binary classification based on the </a:t>
            </a:r>
            <a:r>
              <a:rPr lang="en-IN" dirty="0" err="1"/>
              <a:t>optimal_threshold</a:t>
            </a:r>
            <a:r>
              <a:rPr lang="en-IN" dirty="0"/>
              <a:t>. We do not define a single threshold but a range of 90 values between 0.05 and 0.95, and get pairs of threshold and F1 based on the validation data, then select the pair with maximum F1. This optimal threshold is </a:t>
            </a:r>
            <a:r>
              <a:rPr lang="en-IN" dirty="0" err="1"/>
              <a:t>feeded</a:t>
            </a:r>
            <a:r>
              <a:rPr lang="en-IN" dirty="0"/>
              <a:t> to the model to be applied on test set for classification.</a:t>
            </a:r>
          </a:p>
        </p:txBody>
      </p:sp>
      <p:sp>
        <p:nvSpPr>
          <p:cNvPr id="4" name="Slide Number Placeholder 3"/>
          <p:cNvSpPr>
            <a:spLocks noGrp="1"/>
          </p:cNvSpPr>
          <p:nvPr>
            <p:ph type="sldNum" sz="quarter" idx="5"/>
          </p:nvPr>
        </p:nvSpPr>
        <p:spPr/>
        <p:txBody>
          <a:bodyPr/>
          <a:lstStyle/>
          <a:p>
            <a:fld id="{B63359F2-43EF-4812-9DC0-98C0B1A40681}" type="slidenum">
              <a:rPr lang="en-US" smtClean="0"/>
              <a:t>10</a:t>
            </a:fld>
            <a:endParaRPr lang="en-US" dirty="0"/>
          </a:p>
        </p:txBody>
      </p:sp>
    </p:spTree>
    <p:extLst>
      <p:ext uri="{BB962C8B-B14F-4D97-AF65-F5344CB8AC3E}">
        <p14:creationId xmlns:p14="http://schemas.microsoft.com/office/powerpoint/2010/main" val="11991464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To evaluate the proposed framework I introduced a region based weighting penalty function. The function also has a cap on the maximum penalty. This function adjusts the model’s behaviour depending on 2 key factors. </a:t>
            </a:r>
          </a:p>
          <a:p>
            <a:endParaRPr lang="en-IN" dirty="0"/>
          </a:p>
          <a:p>
            <a:r>
              <a:rPr lang="en-IN" dirty="0"/>
              <a:t>The first factor is ‘</a:t>
            </a:r>
            <a:r>
              <a:rPr lang="en-IN" dirty="0" err="1"/>
              <a:t>alpha_pop</a:t>
            </a:r>
            <a:r>
              <a:rPr lang="en-IN" dirty="0"/>
              <a:t>’, which is population sensitivity that controls how much a country’s population size amplifies the false positive penalty. The ‘</a:t>
            </a:r>
            <a:r>
              <a:rPr lang="en-IN" dirty="0" err="1"/>
              <a:t>pop_term</a:t>
            </a:r>
            <a:r>
              <a:rPr lang="en-IN" dirty="0"/>
              <a:t>’ also has the normalized population and we take a square root of it so that the countries with large share of population do not influence the penalty disproportionately meaning the training of the model is more fair. The second factor is ‘</a:t>
            </a:r>
            <a:r>
              <a:rPr lang="en-IN" dirty="0" err="1"/>
              <a:t>beta_fp</a:t>
            </a:r>
            <a:r>
              <a:rPr lang="en-IN" dirty="0"/>
              <a:t>’, which is false positive rate sensitivity that controls how much a region’s historical false alarm rate amplifies the penalty. The inclusion of 1 in both ensures a minimum penalty. </a:t>
            </a:r>
          </a:p>
          <a:p>
            <a:endParaRPr lang="en-IN" dirty="0"/>
          </a:p>
          <a:p>
            <a:r>
              <a:rPr lang="en-IN" dirty="0"/>
              <a:t>The reason for including geospatial awareness is that disease outbreaks often spread geographically. By incorporating spatial patterns into the model, we can improve outbreak detection even when the underlying data contains privacy noise. The penalty function dynamically adjusts model weights based on these conditions, ensuring that predictions remain balanced across regions with different characteristics.</a:t>
            </a:r>
          </a:p>
          <a:p>
            <a:endParaRPr lang="en-IN" dirty="0"/>
          </a:p>
          <a:p>
            <a:r>
              <a:rPr lang="en-US" dirty="0"/>
              <a:t>This plot shows the proportion of false alarms generated per day across all Asian countries. In earlier months of January to March, we do not see much False positives as it is the start of the pandemic. But then in the middle phase of March and April, there is a sudden rise for which the reason could be the first wave. Then it smooths out until September. A 7-day window was chosen to match the natural weekly reporting cycle of COVID-19 data. Many countries systematically underreport on weekends and overreport on Mondays to compensate.</a:t>
            </a:r>
            <a:endParaRPr lang="en-IN" dirty="0"/>
          </a:p>
        </p:txBody>
      </p:sp>
      <p:sp>
        <p:nvSpPr>
          <p:cNvPr id="4" name="Slide Number Placeholder 3"/>
          <p:cNvSpPr>
            <a:spLocks noGrp="1"/>
          </p:cNvSpPr>
          <p:nvPr>
            <p:ph type="sldNum" sz="quarter" idx="5"/>
          </p:nvPr>
        </p:nvSpPr>
        <p:spPr/>
        <p:txBody>
          <a:bodyPr/>
          <a:lstStyle/>
          <a:p>
            <a:fld id="{B63359F2-43EF-4812-9DC0-98C0B1A40681}" type="slidenum">
              <a:rPr lang="en-US" smtClean="0"/>
              <a:t>11</a:t>
            </a:fld>
            <a:endParaRPr lang="en-US" dirty="0"/>
          </a:p>
        </p:txBody>
      </p:sp>
    </p:spTree>
    <p:extLst>
      <p:ext uri="{BB962C8B-B14F-4D97-AF65-F5344CB8AC3E}">
        <p14:creationId xmlns:p14="http://schemas.microsoft.com/office/powerpoint/2010/main" val="37139755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Read from the slide</a:t>
            </a:r>
          </a:p>
          <a:p>
            <a:endParaRPr lang="en-IN" dirty="0"/>
          </a:p>
          <a:p>
            <a:r>
              <a:rPr lang="en-IN" dirty="0"/>
              <a:t>We specifically chose F1-score and ROC curve for evaluation, the reason of choice for the former being that accuracy alone does not do any good because there are very few outbreak days in the data but combining it with recall will </a:t>
            </a:r>
            <a:r>
              <a:rPr lang="en-US" dirty="0"/>
              <a:t>only score high when both false positives and false negatives are simultaneously low</a:t>
            </a:r>
            <a:r>
              <a:rPr lang="en-IN" dirty="0"/>
              <a:t>. For the latter, the choice was based on threshold-independent ranking. The gap between F1 and AUC </a:t>
            </a:r>
            <a:r>
              <a:rPr lang="en-US" dirty="0"/>
              <a:t>proves that the binary thresholding step loses information that the continuous Z-score contains. If AUC and F1 were both high, there would be no gap for the GBM to bridge. If both were low, the system would be fundamentally flawed. The combination of high AUC and moderate F1 is the exact signature that says "the raw signal is good, but the decision boundary needs refinement“.</a:t>
            </a:r>
            <a:endParaRPr lang="en-IN" dirty="0"/>
          </a:p>
          <a:p>
            <a:endParaRPr lang="en-IN" dirty="0"/>
          </a:p>
          <a:p>
            <a:r>
              <a:rPr lang="en-IN" dirty="0"/>
              <a:t>Overall the results confirm the expected trade-off between privacy and utility, while demonstrating that the proposed approach can improve performance under strict privacy constraints.</a:t>
            </a:r>
          </a:p>
        </p:txBody>
      </p:sp>
      <p:sp>
        <p:nvSpPr>
          <p:cNvPr id="4" name="Slide Number Placeholder 3"/>
          <p:cNvSpPr>
            <a:spLocks noGrp="1"/>
          </p:cNvSpPr>
          <p:nvPr>
            <p:ph type="sldNum" sz="quarter" idx="5"/>
          </p:nvPr>
        </p:nvSpPr>
        <p:spPr/>
        <p:txBody>
          <a:bodyPr/>
          <a:lstStyle/>
          <a:p>
            <a:fld id="{B63359F2-43EF-4812-9DC0-98C0B1A40681}" type="slidenum">
              <a:rPr lang="en-US" smtClean="0"/>
              <a:t>12</a:t>
            </a:fld>
            <a:endParaRPr lang="en-US" dirty="0"/>
          </a:p>
        </p:txBody>
      </p:sp>
    </p:spTree>
    <p:extLst>
      <p:ext uri="{BB962C8B-B14F-4D97-AF65-F5344CB8AC3E}">
        <p14:creationId xmlns:p14="http://schemas.microsoft.com/office/powerpoint/2010/main" val="18995132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Read from the slide</a:t>
            </a:r>
          </a:p>
        </p:txBody>
      </p:sp>
      <p:sp>
        <p:nvSpPr>
          <p:cNvPr id="4" name="Slide Number Placeholder 3"/>
          <p:cNvSpPr>
            <a:spLocks noGrp="1"/>
          </p:cNvSpPr>
          <p:nvPr>
            <p:ph type="sldNum" sz="quarter" idx="5"/>
          </p:nvPr>
        </p:nvSpPr>
        <p:spPr/>
        <p:txBody>
          <a:bodyPr/>
          <a:lstStyle/>
          <a:p>
            <a:fld id="{B63359F2-43EF-4812-9DC0-98C0B1A40681}" type="slidenum">
              <a:rPr lang="en-US" smtClean="0"/>
              <a:t>13</a:t>
            </a:fld>
            <a:endParaRPr lang="en-US" dirty="0"/>
          </a:p>
        </p:txBody>
      </p:sp>
    </p:spTree>
    <p:extLst>
      <p:ext uri="{BB962C8B-B14F-4D97-AF65-F5344CB8AC3E}">
        <p14:creationId xmlns:p14="http://schemas.microsoft.com/office/powerpoint/2010/main" val="10663123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Read from the slide</a:t>
            </a:r>
          </a:p>
          <a:p>
            <a:endParaRPr lang="en-IN" dirty="0"/>
          </a:p>
          <a:p>
            <a:r>
              <a:rPr lang="en-IN" dirty="0"/>
              <a:t>I would like to end my presentation with my honest opinion of was I able to achieve what I intended to. The answer is yes, to some extent as there is always a good chance for improvement . Also I do not find the optimal values for the 2 key terms in my weight penalty function but I simply do an explorative study and note my findings.</a:t>
            </a:r>
          </a:p>
        </p:txBody>
      </p:sp>
      <p:sp>
        <p:nvSpPr>
          <p:cNvPr id="4" name="Slide Number Placeholder 3"/>
          <p:cNvSpPr>
            <a:spLocks noGrp="1"/>
          </p:cNvSpPr>
          <p:nvPr>
            <p:ph type="sldNum" sz="quarter" idx="5"/>
          </p:nvPr>
        </p:nvSpPr>
        <p:spPr/>
        <p:txBody>
          <a:bodyPr/>
          <a:lstStyle/>
          <a:p>
            <a:fld id="{B63359F2-43EF-4812-9DC0-98C0B1A40681}" type="slidenum">
              <a:rPr lang="en-US" smtClean="0"/>
              <a:t>14</a:t>
            </a:fld>
            <a:endParaRPr lang="en-US" dirty="0"/>
          </a:p>
        </p:txBody>
      </p:sp>
    </p:spTree>
    <p:extLst>
      <p:ext uri="{BB962C8B-B14F-4D97-AF65-F5344CB8AC3E}">
        <p14:creationId xmlns:p14="http://schemas.microsoft.com/office/powerpoint/2010/main" val="1583343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r>
              <a:rPr lang="en-US" dirty="0"/>
              <a:t>20XX</a:t>
            </a:r>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7666156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r>
              <a:rPr lang="en-US" dirty="0"/>
              <a:t>20XX</a:t>
            </a:r>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5957535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r>
              <a:rPr lang="en-US" dirty="0"/>
              <a:t>20XX</a:t>
            </a:r>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2014896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dirty="0"/>
              <a:t>20XX</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5861492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dirty="0"/>
              <a:t>20XX</a:t>
            </a:r>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491554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dirty="0"/>
              <a:t>20XX</a:t>
            </a:r>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3297532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dirty="0"/>
              <a:t>20XX</a:t>
            </a:r>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23201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r>
              <a:rPr lang="en-US" dirty="0"/>
              <a:t>20XX</a:t>
            </a:r>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4989077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dirty="0"/>
              <a:t>20XX</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458643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dirty="0"/>
              <a:t>20XX</a:t>
            </a: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90873301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r>
              <a:rPr lang="en-US" dirty="0"/>
              <a:t>20XX</a:t>
            </a:r>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5039887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31937252-EACE-4232-855F-5C47E3F8B087}"/>
              </a:ext>
            </a:extLst>
          </p:cNvPr>
          <p:cNvSpPr>
            <a:spLocks noGrp="1"/>
          </p:cNvSpPr>
          <p:nvPr>
            <p:ph type="ctrTitle" hasCustomPrompt="1"/>
          </p:nvPr>
        </p:nvSpPr>
        <p:spPr>
          <a:xfrm>
            <a:off x="457200" y="1070901"/>
            <a:ext cx="11265407" cy="1499616"/>
          </a:xfrm>
        </p:spPr>
        <p:txBody>
          <a:bodyPr>
            <a:noAutofit/>
          </a:bodyPr>
          <a:lstStyle>
            <a:lvl1pPr>
              <a:defRPr/>
            </a:lvl1pPr>
          </a:lstStyle>
          <a:p>
            <a:r>
              <a:rPr lang="en-US" dirty="0"/>
              <a:t>Click to add title</a:t>
            </a:r>
          </a:p>
        </p:txBody>
      </p:sp>
      <p:sp>
        <p:nvSpPr>
          <p:cNvPr id="25" name="Picture Placeholder 24">
            <a:extLst>
              <a:ext uri="{FF2B5EF4-FFF2-40B4-BE49-F238E27FC236}">
                <a16:creationId xmlns:a16="http://schemas.microsoft.com/office/drawing/2014/main" id="{CBA6DBC1-39A1-48A6-8B81-3CD966D06E81}"/>
              </a:ext>
            </a:extLst>
          </p:cNvPr>
          <p:cNvSpPr>
            <a:spLocks noGrp="1"/>
          </p:cNvSpPr>
          <p:nvPr>
            <p:ph type="pic" sz="quarter" idx="13" hasCustomPrompt="1"/>
          </p:nvPr>
        </p:nvSpPr>
        <p:spPr>
          <a:xfrm>
            <a:off x="448055" y="3103684"/>
            <a:ext cx="11274551" cy="3287971"/>
          </a:xfrm>
          <a:solidFill>
            <a:schemeClr val="accent2"/>
          </a:solidFill>
        </p:spPr>
        <p:txBody>
          <a:bodyPr anchor="t" anchorCtr="0">
            <a:normAutofit/>
          </a:bodyPr>
          <a:lstStyle>
            <a:lvl1pPr marL="0" indent="0" algn="ctr">
              <a:buNone/>
              <a:defRPr/>
            </a:lvl1pPr>
          </a:lstStyle>
          <a:p>
            <a:r>
              <a:rPr lang="en-US" dirty="0"/>
              <a:t>Click to add picture</a:t>
            </a:r>
          </a:p>
        </p:txBody>
      </p:sp>
    </p:spTree>
    <p:extLst>
      <p:ext uri="{BB962C8B-B14F-4D97-AF65-F5344CB8AC3E}">
        <p14:creationId xmlns:p14="http://schemas.microsoft.com/office/powerpoint/2010/main" val="22281959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926BD44-2224-46FF-A4E7-9C9FFE19726B}"/>
              </a:ext>
            </a:extLst>
          </p:cNvPr>
          <p:cNvSpPr>
            <a:spLocks noGrp="1"/>
          </p:cNvSpPr>
          <p:nvPr>
            <p:ph type="title"/>
          </p:nvPr>
        </p:nvSpPr>
        <p:spPr>
          <a:xfrm>
            <a:off x="457200" y="640079"/>
            <a:ext cx="3657600" cy="2100851"/>
          </a:xfrm>
        </p:spPr>
        <p:txBody>
          <a:bodyPr>
            <a:noAutofit/>
          </a:bodyPr>
          <a:lstStyle>
            <a:lvl1pPr>
              <a:defRPr/>
            </a:lvl1pPr>
          </a:lstStyle>
          <a:p>
            <a:r>
              <a:rPr lang="en-US"/>
              <a:t>Click to edit Master title style</a:t>
            </a:r>
            <a:endParaRPr lang="en-US" dirty="0"/>
          </a:p>
        </p:txBody>
      </p:sp>
      <p:sp>
        <p:nvSpPr>
          <p:cNvPr id="2" name="Content Placeholder 5">
            <a:extLst>
              <a:ext uri="{FF2B5EF4-FFF2-40B4-BE49-F238E27FC236}">
                <a16:creationId xmlns:a16="http://schemas.microsoft.com/office/drawing/2014/main" id="{FC87D77D-2EA4-028B-1ACF-E1120CE8F0E0}"/>
              </a:ext>
            </a:extLst>
          </p:cNvPr>
          <p:cNvSpPr>
            <a:spLocks noGrp="1"/>
          </p:cNvSpPr>
          <p:nvPr>
            <p:ph sz="quarter" idx="4" hasCustomPrompt="1"/>
          </p:nvPr>
        </p:nvSpPr>
        <p:spPr>
          <a:xfrm>
            <a:off x="457201" y="2862470"/>
            <a:ext cx="3657600" cy="3510898"/>
          </a:xfrm>
        </p:spPr>
        <p:txBody>
          <a:bodyPr anchor="t" anchorCtr="0">
            <a:normAutofit/>
          </a:bodyPr>
          <a:lstStyle>
            <a:lvl1pPr marL="0" indent="0">
              <a:buNone/>
              <a:defRPr/>
            </a:lvl1pPr>
          </a:lstStyle>
          <a:p>
            <a:pPr lvl="0"/>
            <a:r>
              <a:rPr lang="en-US" dirty="0"/>
              <a:t>Click to add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Picture Placeholder 3">
            <a:extLst>
              <a:ext uri="{FF2B5EF4-FFF2-40B4-BE49-F238E27FC236}">
                <a16:creationId xmlns:a16="http://schemas.microsoft.com/office/drawing/2014/main" id="{CCFA45C0-9EBE-13AF-9B5D-9D5F4BF223E0}"/>
              </a:ext>
            </a:extLst>
          </p:cNvPr>
          <p:cNvSpPr>
            <a:spLocks noGrp="1"/>
          </p:cNvSpPr>
          <p:nvPr>
            <p:ph type="pic" sz="quarter" idx="13" hasCustomPrompt="1"/>
          </p:nvPr>
        </p:nvSpPr>
        <p:spPr>
          <a:xfrm>
            <a:off x="4242815" y="640080"/>
            <a:ext cx="7491984" cy="5751576"/>
          </a:xfrm>
          <a:custGeom>
            <a:avLst/>
            <a:gdLst>
              <a:gd name="connsiteX0" fmla="*/ 3800341 w 7491984"/>
              <a:gd name="connsiteY0" fmla="*/ 0 h 5751576"/>
              <a:gd name="connsiteX1" fmla="*/ 7491984 w 7491984"/>
              <a:gd name="connsiteY1" fmla="*/ 0 h 5751576"/>
              <a:gd name="connsiteX2" fmla="*/ 7491984 w 7491984"/>
              <a:gd name="connsiteY2" fmla="*/ 5751576 h 5751576"/>
              <a:gd name="connsiteX3" fmla="*/ 3800341 w 7491984"/>
              <a:gd name="connsiteY3" fmla="*/ 5751576 h 5751576"/>
              <a:gd name="connsiteX4" fmla="*/ 0 w 7491984"/>
              <a:gd name="connsiteY4" fmla="*/ 0 h 5751576"/>
              <a:gd name="connsiteX5" fmla="*/ 3696432 w 7491984"/>
              <a:gd name="connsiteY5" fmla="*/ 0 h 5751576"/>
              <a:gd name="connsiteX6" fmla="*/ 3696432 w 7491984"/>
              <a:gd name="connsiteY6" fmla="*/ 5751576 h 5751576"/>
              <a:gd name="connsiteX7" fmla="*/ 0 w 7491984"/>
              <a:gd name="connsiteY7" fmla="*/ 5751576 h 5751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91984" h="5751576">
                <a:moveTo>
                  <a:pt x="3800341" y="0"/>
                </a:moveTo>
                <a:lnTo>
                  <a:pt x="7491984" y="0"/>
                </a:lnTo>
                <a:lnTo>
                  <a:pt x="7491984" y="5751576"/>
                </a:lnTo>
                <a:lnTo>
                  <a:pt x="3800341" y="5751576"/>
                </a:lnTo>
                <a:close/>
                <a:moveTo>
                  <a:pt x="0" y="0"/>
                </a:moveTo>
                <a:lnTo>
                  <a:pt x="3696432" y="0"/>
                </a:lnTo>
                <a:lnTo>
                  <a:pt x="3696432" y="5751576"/>
                </a:lnTo>
                <a:lnTo>
                  <a:pt x="0" y="5751576"/>
                </a:lnTo>
                <a:close/>
              </a:path>
            </a:pathLst>
          </a:custGeom>
          <a:solidFill>
            <a:schemeClr val="accent2"/>
          </a:solidFill>
        </p:spPr>
        <p:txBody>
          <a:bodyPr wrap="square" anchor="t" anchorCtr="0">
            <a:noAutofit/>
          </a:bodyPr>
          <a:lstStyle>
            <a:lvl1pPr marL="0" indent="0" algn="ctr">
              <a:buNone/>
              <a:defRPr/>
            </a:lvl1pPr>
          </a:lstStyle>
          <a:p>
            <a:r>
              <a:rPr lang="en-US" dirty="0"/>
              <a:t>Click to add picture</a:t>
            </a:r>
          </a:p>
        </p:txBody>
      </p:sp>
      <p:sp>
        <p:nvSpPr>
          <p:cNvPr id="9" name="Date Placeholder 8">
            <a:extLst>
              <a:ext uri="{FF2B5EF4-FFF2-40B4-BE49-F238E27FC236}">
                <a16:creationId xmlns:a16="http://schemas.microsoft.com/office/drawing/2014/main" id="{D5DDC5FA-EEDB-898F-533E-4094ADA899B9}"/>
              </a:ext>
            </a:extLst>
          </p:cNvPr>
          <p:cNvSpPr>
            <a:spLocks noGrp="1"/>
          </p:cNvSpPr>
          <p:nvPr>
            <p:ph type="dt" sz="half" idx="15"/>
          </p:nvPr>
        </p:nvSpPr>
        <p:spPr/>
        <p:txBody>
          <a:bodyPr/>
          <a:lstStyle/>
          <a:p>
            <a:r>
              <a:rPr lang="en-US" dirty="0"/>
              <a:t>20XX</a:t>
            </a:r>
          </a:p>
        </p:txBody>
      </p:sp>
      <p:sp>
        <p:nvSpPr>
          <p:cNvPr id="12" name="Footer Placeholder 11">
            <a:extLst>
              <a:ext uri="{FF2B5EF4-FFF2-40B4-BE49-F238E27FC236}">
                <a16:creationId xmlns:a16="http://schemas.microsoft.com/office/drawing/2014/main" id="{E79B0359-4B55-D899-E584-A8E6B2ED9123}"/>
              </a:ext>
            </a:extLst>
          </p:cNvPr>
          <p:cNvSpPr>
            <a:spLocks noGrp="1"/>
          </p:cNvSpPr>
          <p:nvPr>
            <p:ph type="ftr" sz="quarter" idx="16"/>
          </p:nvPr>
        </p:nvSpPr>
        <p:spPr/>
        <p:txBody>
          <a:bodyPr/>
          <a:lstStyle/>
          <a:p>
            <a:endParaRPr lang="en-US" dirty="0"/>
          </a:p>
        </p:txBody>
      </p:sp>
      <p:sp>
        <p:nvSpPr>
          <p:cNvPr id="13" name="Slide Number Placeholder 12">
            <a:extLst>
              <a:ext uri="{FF2B5EF4-FFF2-40B4-BE49-F238E27FC236}">
                <a16:creationId xmlns:a16="http://schemas.microsoft.com/office/drawing/2014/main" id="{6B916D02-76FE-EAED-CC51-A50448811F7D}"/>
              </a:ext>
            </a:extLst>
          </p:cNvPr>
          <p:cNvSpPr>
            <a:spLocks noGrp="1"/>
          </p:cNvSpPr>
          <p:nvPr>
            <p:ph type="sldNum" sz="quarter" idx="17"/>
          </p:nvPr>
        </p:nvSpPr>
        <p:spPr>
          <a:xfrm>
            <a:off x="10682289" y="6423914"/>
            <a:ext cx="1052510"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034173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wo Content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690880"/>
            <a:ext cx="11267440" cy="1143000"/>
          </a:xfrm>
        </p:spPr>
        <p:txBody>
          <a:bodyPr/>
          <a:lstStyle>
            <a:lvl1pPr>
              <a:defRPr/>
            </a:lvl1pPr>
          </a:lstStyle>
          <a:p>
            <a:r>
              <a:rPr lang="en-US" dirty="0"/>
              <a:t>Click to add title</a:t>
            </a:r>
          </a:p>
        </p:txBody>
      </p:sp>
      <p:sp>
        <p:nvSpPr>
          <p:cNvPr id="9" name="Content Placeholder 3">
            <a:extLst>
              <a:ext uri="{FF2B5EF4-FFF2-40B4-BE49-F238E27FC236}">
                <a16:creationId xmlns:a16="http://schemas.microsoft.com/office/drawing/2014/main" id="{ECA520B1-DC84-A47D-1F5E-CCD567EB2D86}"/>
              </a:ext>
            </a:extLst>
          </p:cNvPr>
          <p:cNvSpPr>
            <a:spLocks noGrp="1"/>
          </p:cNvSpPr>
          <p:nvPr>
            <p:ph sz="half" idx="13" hasCustomPrompt="1"/>
          </p:nvPr>
        </p:nvSpPr>
        <p:spPr>
          <a:xfrm>
            <a:off x="457200" y="2187362"/>
            <a:ext cx="3657600" cy="3633047"/>
          </a:xfrm>
        </p:spPr>
        <p:txBody>
          <a:bodyPr anchor="t">
            <a:normAutofit/>
          </a:bodyPr>
          <a:lstStyle>
            <a:lvl1pPr marL="342900" indent="-342900">
              <a:buFont typeface="+mj-lt"/>
              <a:buAutoNum type="arabicPeriod"/>
              <a:defRPr sz="1800"/>
            </a:lvl1pPr>
            <a:lvl2pPr marL="914400" indent="-342900">
              <a:buFont typeface="+mj-lt"/>
              <a:buAutoNum type="alphaLcPeriod"/>
              <a:defRPr sz="1800"/>
            </a:lvl2pPr>
            <a:lvl3pPr marL="1371600" indent="-342900">
              <a:buFont typeface="+mj-lt"/>
              <a:buAutoNum type="arabicPeriod"/>
              <a:defRPr sz="1800"/>
            </a:lvl3pPr>
            <a:lvl4pPr marL="1600200" indent="-342900">
              <a:buFont typeface="+mj-lt"/>
              <a:buAutoNum type="alphaLcParenR"/>
              <a:defRPr sz="1800"/>
            </a:lvl4pPr>
            <a:lvl5pPr marL="2057400" indent="-400050">
              <a:buFont typeface="+mj-lt"/>
              <a:buAutoNum type="romanLcPeriod"/>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4282437" y="2187361"/>
            <a:ext cx="7442203" cy="3633047"/>
          </a:xfrm>
        </p:spPr>
        <p:txBody>
          <a:bodyPr anchor="t">
            <a:normAutofit/>
          </a:bodyPr>
          <a:lstStyle>
            <a:lvl1pPr marL="0" indent="0">
              <a:buNone/>
              <a:defRPr sz="1800"/>
            </a:lvl1pPr>
            <a:lvl2pPr marL="0">
              <a:defRPr sz="1800"/>
            </a:lvl2pPr>
            <a:lvl3pPr marL="548640">
              <a:defRPr sz="1800"/>
            </a:lvl3pPr>
            <a:lvl4pPr marL="822960">
              <a:defRPr sz="1800"/>
            </a:lvl4pPr>
            <a:lvl5pPr marL="1097280">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11"/>
          </p:nvPr>
        </p:nvSpPr>
        <p:spPr>
          <a:xfrm>
            <a:off x="457200" y="6423914"/>
            <a:ext cx="7041202" cy="365125"/>
          </a:xfrm>
        </p:spPr>
        <p:txBody>
          <a:bodyPr/>
          <a:lstStyle/>
          <a:p>
            <a:endParaRPr lang="en-US" dirty="0"/>
          </a:p>
        </p:txBody>
      </p:sp>
      <p:sp>
        <p:nvSpPr>
          <p:cNvPr id="5" name="Date Placeholder 4"/>
          <p:cNvSpPr>
            <a:spLocks noGrp="1"/>
          </p:cNvSpPr>
          <p:nvPr>
            <p:ph type="dt" sz="half" idx="10"/>
          </p:nvPr>
        </p:nvSpPr>
        <p:spPr/>
        <p:txBody>
          <a:bodyPr/>
          <a:lstStyle/>
          <a:p>
            <a:r>
              <a:rPr lang="en-US" dirty="0"/>
              <a:t>20XX</a:t>
            </a:r>
          </a:p>
        </p:txBody>
      </p:sp>
      <p:sp>
        <p:nvSpPr>
          <p:cNvPr id="7" name="Slide Number Placeholder 6"/>
          <p:cNvSpPr>
            <a:spLocks noGrp="1"/>
          </p:cNvSpPr>
          <p:nvPr>
            <p:ph type="sldNum" sz="quarter" idx="12"/>
          </p:nvPr>
        </p:nvSpPr>
        <p:spPr>
          <a:xfrm>
            <a:off x="10558300" y="6423914"/>
            <a:ext cx="1166340"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98338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r>
              <a:rPr lang="en-US" dirty="0"/>
              <a:t>20XX</a:t>
            </a:r>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grpSp>
        <p:nvGrpSpPr>
          <p:cNvPr id="7" name="Group 6">
            <a:extLst>
              <a:ext uri="{FF2B5EF4-FFF2-40B4-BE49-F238E27FC236}">
                <a16:creationId xmlns:a16="http://schemas.microsoft.com/office/drawing/2014/main" id="{E457D222-120F-E222-DE7E-B44B0BC1863F}"/>
              </a:ext>
            </a:extLst>
          </p:cNvPr>
          <p:cNvGrpSpPr/>
          <p:nvPr userDrawn="1"/>
        </p:nvGrpSpPr>
        <p:grpSpPr>
          <a:xfrm>
            <a:off x="428696" y="482137"/>
            <a:ext cx="11301155" cy="81191"/>
            <a:chOff x="428696" y="482137"/>
            <a:chExt cx="11301155" cy="81191"/>
          </a:xfrm>
        </p:grpSpPr>
        <p:sp>
          <p:nvSpPr>
            <p:cNvPr id="8" name="Rectangle 7">
              <a:extLst>
                <a:ext uri="{FF2B5EF4-FFF2-40B4-BE49-F238E27FC236}">
                  <a16:creationId xmlns:a16="http://schemas.microsoft.com/office/drawing/2014/main" id="{09DF259B-1168-B954-21F8-A08A3C462F3C}"/>
                </a:ext>
              </a:extLst>
            </p:cNvPr>
            <p:cNvSpPr/>
            <p:nvPr/>
          </p:nvSpPr>
          <p:spPr>
            <a:xfrm flipV="1">
              <a:off x="428696" y="482137"/>
              <a:ext cx="3703321" cy="81191"/>
            </a:xfrm>
            <a:prstGeom prst="rect">
              <a:avLst/>
            </a:prstGeom>
            <a:solidFill>
              <a:schemeClr val="accent3"/>
            </a:solidFill>
            <a:ln w="539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FB5A595C-AA3A-9D82-01BB-7810CE5F7A5E}"/>
                </a:ext>
              </a:extLst>
            </p:cNvPr>
            <p:cNvSpPr/>
            <p:nvPr/>
          </p:nvSpPr>
          <p:spPr>
            <a:xfrm flipV="1">
              <a:off x="4235926" y="482137"/>
              <a:ext cx="3703321" cy="81191"/>
            </a:xfrm>
            <a:prstGeom prst="rect">
              <a:avLst/>
            </a:prstGeom>
            <a:solidFill>
              <a:schemeClr val="accent1"/>
            </a:solidFill>
            <a:ln w="539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1178CB63-8F78-566B-8120-9DC73FB7B23B}"/>
                </a:ext>
              </a:extLst>
            </p:cNvPr>
            <p:cNvSpPr/>
            <p:nvPr/>
          </p:nvSpPr>
          <p:spPr>
            <a:xfrm flipV="1">
              <a:off x="8026530" y="482137"/>
              <a:ext cx="3703321" cy="81191"/>
            </a:xfrm>
            <a:prstGeom prst="rect">
              <a:avLst/>
            </a:prstGeom>
            <a:solidFill>
              <a:schemeClr val="accent4"/>
            </a:solidFill>
            <a:ln w="539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10910551"/>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 id="2147483811" r:id="rId12"/>
    <p:sldLayoutId id="2147483812" r:id="rId13"/>
    <p:sldLayoutId id="2147483817" r:id="rId14"/>
  </p:sldLayoutIdLst>
  <p:hf sldNum="0" hdr="0" ftr="0" dt="0"/>
  <p:txStyles>
    <p:titleStyle>
      <a:lvl1pPr algn="l" defTabSz="457200" rtl="0" eaLnBrk="1" latinLnBrk="0" hangingPunct="1">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8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6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1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7.svg"/></Relationships>
</file>

<file path=ppt/slides/_rels/slide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8" Type="http://schemas.openxmlformats.org/officeDocument/2006/relationships/diagramColors" Target="../diagrams/colors5.xml"/><Relationship Id="rId3" Type="http://schemas.openxmlformats.org/officeDocument/2006/relationships/image" Target="../media/image26.png"/><Relationship Id="rId7" Type="http://schemas.openxmlformats.org/officeDocument/2006/relationships/diagramQuickStyle" Target="../diagrams/quickStyle5.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Layout" Target="../diagrams/layout5.xml"/><Relationship Id="rId5" Type="http://schemas.openxmlformats.org/officeDocument/2006/relationships/diagramData" Target="../diagrams/data5.xml"/><Relationship Id="rId4" Type="http://schemas.openxmlformats.org/officeDocument/2006/relationships/image" Target="../media/image27.png"/><Relationship Id="rId9" Type="http://schemas.microsoft.com/office/2007/relationships/diagramDrawing" Target="../diagrams/drawing5.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DD651B61-325E-4E73-8445-38B0DE8AAA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15" name="Rectangle 14">
            <a:extLst>
              <a:ext uri="{FF2B5EF4-FFF2-40B4-BE49-F238E27FC236}">
                <a16:creationId xmlns:a16="http://schemas.microsoft.com/office/drawing/2014/main" id="{B42E5253-D3AC-4AC2-B766-8B34F13C2F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17" name="Rectangle 16">
            <a:extLst>
              <a:ext uri="{FF2B5EF4-FFF2-40B4-BE49-F238E27FC236}">
                <a16:creationId xmlns:a16="http://schemas.microsoft.com/office/drawing/2014/main" id="{10AE8D57-436A-4073-9A75-15BB5949F8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useBgFill="1">
        <p:nvSpPr>
          <p:cNvPr id="19" name="Rectangle 18">
            <a:extLst>
              <a:ext uri="{FF2B5EF4-FFF2-40B4-BE49-F238E27FC236}">
                <a16:creationId xmlns:a16="http://schemas.microsoft.com/office/drawing/2014/main" id="{F875149D-F692-45DA-8324-D5E0193D5F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C0B19935-C760-4698-9DD1-973C8A428D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23" name="Rectangle 22">
            <a:extLst>
              <a:ext uri="{FF2B5EF4-FFF2-40B4-BE49-F238E27FC236}">
                <a16:creationId xmlns:a16="http://schemas.microsoft.com/office/drawing/2014/main" id="{08990612-E008-4F02-AEBB-B140BE753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25" name="Rectangle 24">
            <a:extLst>
              <a:ext uri="{FF2B5EF4-FFF2-40B4-BE49-F238E27FC236}">
                <a16:creationId xmlns:a16="http://schemas.microsoft.com/office/drawing/2014/main" id="{A310A41F-3A14-4150-B6CF-0A577DDDEA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27" name="Rectangle 26">
            <a:extLst>
              <a:ext uri="{FF2B5EF4-FFF2-40B4-BE49-F238E27FC236}">
                <a16:creationId xmlns:a16="http://schemas.microsoft.com/office/drawing/2014/main" id="{7B89EEFD-93BC-4ACF-962C-E6279E72B0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1436" y="723899"/>
            <a:ext cx="3703320" cy="566666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8" name="Title 7">
            <a:extLst>
              <a:ext uri="{FF2B5EF4-FFF2-40B4-BE49-F238E27FC236}">
                <a16:creationId xmlns:a16="http://schemas.microsoft.com/office/drawing/2014/main" id="{479F0267-9D1C-BDA9-A152-B01CD379FC92}"/>
              </a:ext>
            </a:extLst>
          </p:cNvPr>
          <p:cNvSpPr>
            <a:spLocks noGrp="1"/>
          </p:cNvSpPr>
          <p:nvPr>
            <p:ph type="ctrTitle"/>
          </p:nvPr>
        </p:nvSpPr>
        <p:spPr>
          <a:xfrm>
            <a:off x="803189" y="1209184"/>
            <a:ext cx="3089189" cy="4734416"/>
          </a:xfrm>
        </p:spPr>
        <p:txBody>
          <a:bodyPr vert="horz" lIns="91440" tIns="45720" rIns="91440" bIns="45720" rtlCol="0" anchor="ctr">
            <a:normAutofit/>
          </a:bodyPr>
          <a:lstStyle/>
          <a:p>
            <a:pPr>
              <a:lnSpc>
                <a:spcPct val="90000"/>
              </a:lnSpc>
            </a:pPr>
            <a:r>
              <a:rPr lang="en-US" dirty="0">
                <a:solidFill>
                  <a:srgbClr val="FFFFFF"/>
                </a:solidFill>
              </a:rPr>
              <a:t>Privacy-Preserving Outbreak Surveillance: Enabling Stronger Differential Privacy Through Geospatially-Aware Machine Learning</a:t>
            </a:r>
          </a:p>
        </p:txBody>
      </p:sp>
      <p:sp>
        <p:nvSpPr>
          <p:cNvPr id="4" name="TextBox 3">
            <a:extLst>
              <a:ext uri="{FF2B5EF4-FFF2-40B4-BE49-F238E27FC236}">
                <a16:creationId xmlns:a16="http://schemas.microsoft.com/office/drawing/2014/main" id="{7A78594D-60F5-6C6D-D93A-130FA86B4140}"/>
              </a:ext>
            </a:extLst>
          </p:cNvPr>
          <p:cNvSpPr txBox="1"/>
          <p:nvPr/>
        </p:nvSpPr>
        <p:spPr>
          <a:xfrm>
            <a:off x="8238525" y="5401326"/>
            <a:ext cx="3380519" cy="907286"/>
          </a:xfrm>
          <a:prstGeom prst="rect">
            <a:avLst/>
          </a:prstGeom>
        </p:spPr>
        <p:txBody>
          <a:bodyPr vert="horz" lIns="91440" tIns="45720" rIns="91440" bIns="45720" rtlCol="0" anchor="ctr">
            <a:normAutofit/>
          </a:bodyPr>
          <a:lstStyle/>
          <a:p>
            <a:pPr>
              <a:spcBef>
                <a:spcPct val="20000"/>
              </a:spcBef>
              <a:spcAft>
                <a:spcPts val="600"/>
              </a:spcAft>
              <a:buClr>
                <a:schemeClr val="accent1"/>
              </a:buClr>
              <a:buSzPct val="92000"/>
              <a:buFont typeface="Wingdings 2" panose="05020102010507070707" pitchFamily="18" charset="2"/>
              <a:buChar char=""/>
            </a:pPr>
            <a:r>
              <a:rPr lang="en-US" dirty="0">
                <a:solidFill>
                  <a:schemeClr val="tx1">
                    <a:lumMod val="75000"/>
                    <a:lumOff val="25000"/>
                  </a:schemeClr>
                </a:solidFill>
              </a:rPr>
              <a:t>Presented By: Shreshtha Kamboj</a:t>
            </a:r>
          </a:p>
          <a:p>
            <a:pPr>
              <a:spcBef>
                <a:spcPct val="20000"/>
              </a:spcBef>
              <a:spcAft>
                <a:spcPts val="600"/>
              </a:spcAft>
              <a:buClr>
                <a:schemeClr val="accent1"/>
              </a:buClr>
              <a:buSzPct val="92000"/>
              <a:buFont typeface="Wingdings 2" panose="05020102010507070707" pitchFamily="18" charset="2"/>
              <a:buChar char=""/>
            </a:pPr>
            <a:r>
              <a:rPr lang="en-US" dirty="0">
                <a:solidFill>
                  <a:schemeClr val="tx1">
                    <a:lumMod val="75000"/>
                    <a:lumOff val="25000"/>
                  </a:schemeClr>
                </a:solidFill>
              </a:rPr>
              <a:t>Student Id: 23364317</a:t>
            </a:r>
          </a:p>
        </p:txBody>
      </p:sp>
      <p:pic>
        <p:nvPicPr>
          <p:cNvPr id="5" name="Picture Placeholder 4">
            <a:extLst>
              <a:ext uri="{FF2B5EF4-FFF2-40B4-BE49-F238E27FC236}">
                <a16:creationId xmlns:a16="http://schemas.microsoft.com/office/drawing/2014/main" id="{F9823560-7BCB-A885-4542-562C6D95FF7F}"/>
              </a:ext>
            </a:extLst>
          </p:cNvPr>
          <p:cNvPicPr>
            <a:picLocks noGrp="1" noChangeAspect="1"/>
          </p:cNvPicPr>
          <p:nvPr>
            <p:ph type="pic" sz="quarter" idx="13"/>
          </p:nvPr>
        </p:nvPicPr>
        <p:blipFill>
          <a:blip r:embed="rId3"/>
          <a:srcRect t="7695" b="7695"/>
          <a:stretch>
            <a:fillRect/>
          </a:stretch>
        </p:blipFill>
        <p:spPr>
          <a:xfrm>
            <a:off x="5316227" y="723899"/>
            <a:ext cx="5198993" cy="1516058"/>
          </a:xfrm>
          <a:prstGeom prst="rect">
            <a:avLst/>
          </a:prstGeom>
        </p:spPr>
      </p:pic>
      <p:sp>
        <p:nvSpPr>
          <p:cNvPr id="6" name="TextBox 5">
            <a:extLst>
              <a:ext uri="{FF2B5EF4-FFF2-40B4-BE49-F238E27FC236}">
                <a16:creationId xmlns:a16="http://schemas.microsoft.com/office/drawing/2014/main" id="{4CCEEC19-6080-1835-8B6B-C0445C8DF1D9}"/>
              </a:ext>
            </a:extLst>
          </p:cNvPr>
          <p:cNvSpPr txBox="1"/>
          <p:nvPr/>
        </p:nvSpPr>
        <p:spPr>
          <a:xfrm>
            <a:off x="4241830" y="2813447"/>
            <a:ext cx="7503637" cy="1661993"/>
          </a:xfrm>
          <a:prstGeom prst="rect">
            <a:avLst/>
          </a:prstGeom>
          <a:noFill/>
        </p:spPr>
        <p:txBody>
          <a:bodyPr wrap="square" rtlCol="0">
            <a:spAutoFit/>
          </a:bodyPr>
          <a:lstStyle/>
          <a:p>
            <a:pPr algn="ctr"/>
            <a:r>
              <a:rPr lang="en-IN" sz="2800" dirty="0">
                <a:solidFill>
                  <a:srgbClr val="002060"/>
                </a:solidFill>
              </a:rPr>
              <a:t>MAI (Computer Engineering) </a:t>
            </a:r>
          </a:p>
          <a:p>
            <a:pPr algn="ctr"/>
            <a:r>
              <a:rPr lang="en-IN" sz="2800" dirty="0">
                <a:solidFill>
                  <a:srgbClr val="002060"/>
                </a:solidFill>
              </a:rPr>
              <a:t>Dissertation 2025/26</a:t>
            </a:r>
          </a:p>
          <a:p>
            <a:pPr algn="ctr"/>
            <a:endParaRPr lang="en-IN" sz="2800" dirty="0">
              <a:solidFill>
                <a:srgbClr val="002060"/>
              </a:solidFill>
            </a:endParaRPr>
          </a:p>
          <a:p>
            <a:pPr algn="ctr"/>
            <a:r>
              <a:rPr lang="en-IN" dirty="0"/>
              <a:t>Supervisor: Dr. Ciaŕan McGoldrick</a:t>
            </a:r>
          </a:p>
        </p:txBody>
      </p:sp>
    </p:spTree>
    <p:extLst>
      <p:ext uri="{BB962C8B-B14F-4D97-AF65-F5344CB8AC3E}">
        <p14:creationId xmlns:p14="http://schemas.microsoft.com/office/powerpoint/2010/main" val="10397590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5" name="Rectangle 1034">
            <a:extLst>
              <a:ext uri="{FF2B5EF4-FFF2-40B4-BE49-F238E27FC236}">
                <a16:creationId xmlns:a16="http://schemas.microsoft.com/office/drawing/2014/main" id="{DD651B61-325E-4E73-8445-38B0DE8AAA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1037" name="Rectangle 1036">
            <a:extLst>
              <a:ext uri="{FF2B5EF4-FFF2-40B4-BE49-F238E27FC236}">
                <a16:creationId xmlns:a16="http://schemas.microsoft.com/office/drawing/2014/main" id="{B42E5253-D3AC-4AC2-B766-8B34F13C2F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1039" name="Rectangle 1038">
            <a:extLst>
              <a:ext uri="{FF2B5EF4-FFF2-40B4-BE49-F238E27FC236}">
                <a16:creationId xmlns:a16="http://schemas.microsoft.com/office/drawing/2014/main" id="{10AE8D57-436A-4073-9A75-15BB5949F8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useBgFill="1">
        <p:nvSpPr>
          <p:cNvPr id="1041" name="Rectangle 1040">
            <a:extLst>
              <a:ext uri="{FF2B5EF4-FFF2-40B4-BE49-F238E27FC236}">
                <a16:creationId xmlns:a16="http://schemas.microsoft.com/office/drawing/2014/main" id="{FBB53F82-F191-4EEB-AB7B-F69E634FA3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itle 12">
            <a:extLst>
              <a:ext uri="{FF2B5EF4-FFF2-40B4-BE49-F238E27FC236}">
                <a16:creationId xmlns:a16="http://schemas.microsoft.com/office/drawing/2014/main" id="{FB23E1E4-7CB2-923B-9D41-672CB85E05DA}"/>
              </a:ext>
            </a:extLst>
          </p:cNvPr>
          <p:cNvSpPr>
            <a:spLocks noGrp="1"/>
          </p:cNvSpPr>
          <p:nvPr>
            <p:ph type="title"/>
          </p:nvPr>
        </p:nvSpPr>
        <p:spPr>
          <a:xfrm>
            <a:off x="581192" y="702156"/>
            <a:ext cx="11029616" cy="1188720"/>
          </a:xfrm>
        </p:spPr>
        <p:txBody>
          <a:bodyPr vert="horz" lIns="91440" tIns="45720" rIns="91440" bIns="45720" rtlCol="0" anchor="b">
            <a:normAutofit/>
          </a:bodyPr>
          <a:lstStyle/>
          <a:p>
            <a:r>
              <a:rPr lang="en-US" dirty="0"/>
              <a:t>Agenda	</a:t>
            </a:r>
          </a:p>
        </p:txBody>
      </p:sp>
      <p:sp>
        <p:nvSpPr>
          <p:cNvPr id="1043" name="Rectangle 1042">
            <a:extLst>
              <a:ext uri="{FF2B5EF4-FFF2-40B4-BE49-F238E27FC236}">
                <a16:creationId xmlns:a16="http://schemas.microsoft.com/office/drawing/2014/main" id="{8616AA08-3831-473D-B61B-89484A33CF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1045" name="Rectangle 1044">
            <a:extLst>
              <a:ext uri="{FF2B5EF4-FFF2-40B4-BE49-F238E27FC236}">
                <a16:creationId xmlns:a16="http://schemas.microsoft.com/office/drawing/2014/main" id="{8431B918-3A1C-46BA-9430-CAD97D9DA0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1047" name="Rectangle 1046">
            <a:extLst>
              <a:ext uri="{FF2B5EF4-FFF2-40B4-BE49-F238E27FC236}">
                <a16:creationId xmlns:a16="http://schemas.microsoft.com/office/drawing/2014/main" id="{8400935A-2F82-4DC4-A4E1-E12EFB8C27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1049" name="Rectangle 1048">
            <a:extLst>
              <a:ext uri="{FF2B5EF4-FFF2-40B4-BE49-F238E27FC236}">
                <a16:creationId xmlns:a16="http://schemas.microsoft.com/office/drawing/2014/main" id="{A3D5D599-1CAE-4C92-B5AE-8E51AF6D47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3" y="2180496"/>
            <a:ext cx="5404639" cy="4045683"/>
          </a:xfrm>
          <a:prstGeom prst="rect">
            <a:avLst/>
          </a:prstGeom>
          <a:solidFill>
            <a:schemeClr val="bg1"/>
          </a:solidFill>
          <a:ln w="38100">
            <a:solidFill>
              <a:srgbClr val="4653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30" name="Picture 6" descr="Information from the UN System | United Nations">
            <a:extLst>
              <a:ext uri="{FF2B5EF4-FFF2-40B4-BE49-F238E27FC236}">
                <a16:creationId xmlns:a16="http://schemas.microsoft.com/office/drawing/2014/main" id="{655DDB43-BF4B-8808-D28F-CBCD4662FA0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80698" y="3151954"/>
            <a:ext cx="4748741" cy="2099591"/>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7">
            <a:extLst>
              <a:ext uri="{FF2B5EF4-FFF2-40B4-BE49-F238E27FC236}">
                <a16:creationId xmlns:a16="http://schemas.microsoft.com/office/drawing/2014/main" id="{1A667A9A-3428-68BE-D555-0DE1859FDF8A}"/>
              </a:ext>
            </a:extLst>
          </p:cNvPr>
          <p:cNvSpPr>
            <a:spLocks noGrp="1"/>
          </p:cNvSpPr>
          <p:nvPr>
            <p:ph sz="quarter" idx="4"/>
          </p:nvPr>
        </p:nvSpPr>
        <p:spPr>
          <a:xfrm>
            <a:off x="6335805" y="2180496"/>
            <a:ext cx="5275001" cy="4045683"/>
          </a:xfrm>
        </p:spPr>
        <p:txBody>
          <a:bodyPr vert="horz" lIns="91440" tIns="45720" rIns="91440" bIns="45720" rtlCol="0" anchor="ctr">
            <a:normAutofit/>
          </a:bodyPr>
          <a:lstStyle/>
          <a:p>
            <a:pPr>
              <a:buFont typeface="Wingdings 2" panose="05020102010507070707" pitchFamily="18" charset="2"/>
              <a:buChar char=""/>
            </a:pPr>
            <a:r>
              <a:rPr lang="en-US" dirty="0"/>
              <a:t> What is DP?</a:t>
            </a:r>
          </a:p>
          <a:p>
            <a:pPr>
              <a:buFont typeface="Wingdings 2" panose="05020102010507070707" pitchFamily="18" charset="2"/>
              <a:buChar char=""/>
            </a:pPr>
            <a:r>
              <a:rPr lang="en-US" dirty="0"/>
              <a:t> What problem does it solve?</a:t>
            </a:r>
          </a:p>
          <a:p>
            <a:pPr>
              <a:buFont typeface="Wingdings 2" panose="05020102010507070707" pitchFamily="18" charset="2"/>
              <a:buChar char=""/>
            </a:pPr>
            <a:r>
              <a:rPr lang="en-US" dirty="0"/>
              <a:t> How does it apply in medical datasets?</a:t>
            </a:r>
          </a:p>
          <a:p>
            <a:pPr>
              <a:buFont typeface="Wingdings 2" panose="05020102010507070707" pitchFamily="18" charset="2"/>
              <a:buChar char=""/>
            </a:pPr>
            <a:r>
              <a:rPr lang="en-US" dirty="0"/>
              <a:t> Why choose a medical health dataset?</a:t>
            </a:r>
          </a:p>
          <a:p>
            <a:pPr>
              <a:buFont typeface="Wingdings 2" panose="05020102010507070707" pitchFamily="18" charset="2"/>
              <a:buChar char=""/>
            </a:pPr>
            <a:r>
              <a:rPr lang="en-US" dirty="0"/>
              <a:t> GOAL</a:t>
            </a:r>
          </a:p>
          <a:p>
            <a:pPr>
              <a:buFont typeface="Wingdings 2" panose="05020102010507070707" pitchFamily="18" charset="2"/>
              <a:buChar char=""/>
            </a:pPr>
            <a:r>
              <a:rPr lang="en-US" dirty="0"/>
              <a:t> Approach overview</a:t>
            </a:r>
          </a:p>
          <a:p>
            <a:pPr>
              <a:buFont typeface="Wingdings 2" panose="05020102010507070707" pitchFamily="18" charset="2"/>
              <a:buChar char=""/>
            </a:pPr>
            <a:r>
              <a:rPr lang="en-US" dirty="0"/>
              <a:t> Evaluation</a:t>
            </a:r>
          </a:p>
          <a:p>
            <a:pPr>
              <a:buFont typeface="Wingdings 2" panose="05020102010507070707" pitchFamily="18" charset="2"/>
              <a:buChar char=""/>
            </a:pPr>
            <a:r>
              <a:rPr lang="en-US" dirty="0"/>
              <a:t> Results</a:t>
            </a:r>
          </a:p>
          <a:p>
            <a:pPr>
              <a:buFont typeface="Wingdings 2" panose="05020102010507070707" pitchFamily="18" charset="2"/>
              <a:buChar char=""/>
            </a:pPr>
            <a:r>
              <a:rPr lang="en-US" dirty="0"/>
              <a:t> Future work</a:t>
            </a:r>
          </a:p>
          <a:p>
            <a:pPr>
              <a:buFont typeface="Wingdings 2" panose="05020102010507070707" pitchFamily="18" charset="2"/>
              <a:buChar char=""/>
            </a:pPr>
            <a:r>
              <a:rPr lang="en-US" dirty="0"/>
              <a:t> Report outline</a:t>
            </a:r>
          </a:p>
        </p:txBody>
      </p:sp>
    </p:spTree>
    <p:extLst>
      <p:ext uri="{BB962C8B-B14F-4D97-AF65-F5344CB8AC3E}">
        <p14:creationId xmlns:p14="http://schemas.microsoft.com/office/powerpoint/2010/main" val="22011259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B7B39-4911-9EF5-6D19-0186DCB254E0}"/>
              </a:ext>
            </a:extLst>
          </p:cNvPr>
          <p:cNvSpPr>
            <a:spLocks noGrp="1"/>
          </p:cNvSpPr>
          <p:nvPr>
            <p:ph type="title"/>
          </p:nvPr>
        </p:nvSpPr>
        <p:spPr/>
        <p:txBody>
          <a:bodyPr/>
          <a:lstStyle/>
          <a:p>
            <a:r>
              <a:rPr lang="en-IN" dirty="0"/>
              <a:t>What is DP?</a:t>
            </a:r>
          </a:p>
        </p:txBody>
      </p:sp>
      <p:graphicFrame>
        <p:nvGraphicFramePr>
          <p:cNvPr id="1030" name="Content Placeholder 3">
            <a:extLst>
              <a:ext uri="{FF2B5EF4-FFF2-40B4-BE49-F238E27FC236}">
                <a16:creationId xmlns:a16="http://schemas.microsoft.com/office/drawing/2014/main" id="{745910B9-746C-4BCA-B5A5-6AF03AA702EF}"/>
              </a:ext>
            </a:extLst>
          </p:cNvPr>
          <p:cNvGraphicFramePr>
            <a:graphicFrameLocks noGrp="1"/>
          </p:cNvGraphicFramePr>
          <p:nvPr>
            <p:ph sz="half" idx="2"/>
          </p:nvPr>
        </p:nvGraphicFramePr>
        <p:xfrm>
          <a:off x="457200" y="2221867"/>
          <a:ext cx="7442203" cy="36330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026" name="Picture 2" descr="What is Differential Privacy: definition, mechanisms, and examples | by  Elise Devaux | Medium">
            <a:extLst>
              <a:ext uri="{FF2B5EF4-FFF2-40B4-BE49-F238E27FC236}">
                <a16:creationId xmlns:a16="http://schemas.microsoft.com/office/drawing/2014/main" id="{3B7BFB70-0B18-FC9F-129D-EA3EDF83938E}"/>
              </a:ext>
            </a:extLst>
          </p:cNvPr>
          <p:cNvPicPr>
            <a:picLocks noGrp="1" noChangeAspect="1" noChangeArrowheads="1"/>
          </p:cNvPicPr>
          <p:nvPr>
            <p:ph sz="half" idx="13"/>
          </p:nvPr>
        </p:nvPicPr>
        <p:blipFill>
          <a:blip r:embed="rId8">
            <a:extLst>
              <a:ext uri="{28A0092B-C50C-407E-A947-70E740481C1C}">
                <a14:useLocalDpi xmlns:a14="http://schemas.microsoft.com/office/drawing/2010/main" val="0"/>
              </a:ext>
            </a:extLst>
          </a:blip>
          <a:srcRect/>
          <a:stretch>
            <a:fillRect/>
          </a:stretch>
        </p:blipFill>
        <p:spPr bwMode="auto">
          <a:xfrm>
            <a:off x="7899403" y="2847816"/>
            <a:ext cx="4146278" cy="23811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11303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27855-9A28-64E8-8936-5805B531B545}"/>
              </a:ext>
            </a:extLst>
          </p:cNvPr>
          <p:cNvSpPr>
            <a:spLocks noGrp="1"/>
          </p:cNvSpPr>
          <p:nvPr>
            <p:ph type="title"/>
          </p:nvPr>
        </p:nvSpPr>
        <p:spPr/>
        <p:txBody>
          <a:bodyPr/>
          <a:lstStyle/>
          <a:p>
            <a:r>
              <a:rPr lang="en-IN" dirty="0"/>
              <a:t>What problem does it solve?</a:t>
            </a:r>
          </a:p>
        </p:txBody>
      </p:sp>
      <p:graphicFrame>
        <p:nvGraphicFramePr>
          <p:cNvPr id="8" name="Content Placeholder 2">
            <a:extLst>
              <a:ext uri="{FF2B5EF4-FFF2-40B4-BE49-F238E27FC236}">
                <a16:creationId xmlns:a16="http://schemas.microsoft.com/office/drawing/2014/main" id="{C30E53AE-4AF0-7DAB-8E78-0A0D5CC1BD3E}"/>
              </a:ext>
            </a:extLst>
          </p:cNvPr>
          <p:cNvGraphicFramePr>
            <a:graphicFrameLocks noGrp="1"/>
          </p:cNvGraphicFramePr>
          <p:nvPr>
            <p:ph sz="half" idx="1"/>
          </p:nvPr>
        </p:nvGraphicFramePr>
        <p:xfrm>
          <a:off x="581193" y="2228003"/>
          <a:ext cx="5194767" cy="36330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Content Placeholder 3">
            <a:extLst>
              <a:ext uri="{FF2B5EF4-FFF2-40B4-BE49-F238E27FC236}">
                <a16:creationId xmlns:a16="http://schemas.microsoft.com/office/drawing/2014/main" id="{6FE88549-E90B-F50D-AFA3-FB393DB080F8}"/>
              </a:ext>
            </a:extLst>
          </p:cNvPr>
          <p:cNvSpPr>
            <a:spLocks noGrp="1"/>
          </p:cNvSpPr>
          <p:nvPr>
            <p:ph sz="half" idx="2"/>
          </p:nvPr>
        </p:nvSpPr>
        <p:spPr/>
        <p:txBody>
          <a:bodyPr/>
          <a:lstStyle/>
          <a:p>
            <a:r>
              <a:rPr lang="en-IN" dirty="0"/>
              <a:t>Example: “</a:t>
            </a:r>
            <a:r>
              <a:rPr lang="en-US" dirty="0"/>
              <a:t>Tech companies and government bodies use this framework to solve practical data collection challenges. For instance,  Apple and Google use it to gather user behavior data to improve predictive text and software features without tracking individual users' specific actions.</a:t>
            </a:r>
            <a:r>
              <a:rPr lang="en-IN" dirty="0"/>
              <a:t>”</a:t>
            </a:r>
          </a:p>
        </p:txBody>
      </p:sp>
    </p:spTree>
    <p:extLst>
      <p:ext uri="{BB962C8B-B14F-4D97-AF65-F5344CB8AC3E}">
        <p14:creationId xmlns:p14="http://schemas.microsoft.com/office/powerpoint/2010/main" val="21330488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8C97474-5879-4DB5-B4F3-F0357104BC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D2AF00E-D433-4047-863F-BCB69CEC3C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1588" y="601200"/>
            <a:ext cx="7498616" cy="578936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2" name="Title 1">
            <a:extLst>
              <a:ext uri="{FF2B5EF4-FFF2-40B4-BE49-F238E27FC236}">
                <a16:creationId xmlns:a16="http://schemas.microsoft.com/office/drawing/2014/main" id="{29298191-0C43-EB53-F919-F74BAF644A35}"/>
              </a:ext>
            </a:extLst>
          </p:cNvPr>
          <p:cNvSpPr>
            <a:spLocks noGrp="1"/>
          </p:cNvSpPr>
          <p:nvPr>
            <p:ph type="title"/>
          </p:nvPr>
        </p:nvSpPr>
        <p:spPr>
          <a:xfrm>
            <a:off x="807559" y="938022"/>
            <a:ext cx="6647905" cy="1188720"/>
          </a:xfrm>
        </p:spPr>
        <p:txBody>
          <a:bodyPr>
            <a:normAutofit/>
          </a:bodyPr>
          <a:lstStyle/>
          <a:p>
            <a:r>
              <a:rPr lang="en-IN" dirty="0">
                <a:solidFill>
                  <a:srgbClr val="FFFFFF"/>
                </a:solidFill>
              </a:rPr>
              <a:t>How does it apply in medical datasets?</a:t>
            </a:r>
          </a:p>
        </p:txBody>
      </p:sp>
      <p:sp>
        <p:nvSpPr>
          <p:cNvPr id="14" name="Rectangle 13">
            <a:extLst>
              <a:ext uri="{FF2B5EF4-FFF2-40B4-BE49-F238E27FC236}">
                <a16:creationId xmlns:a16="http://schemas.microsoft.com/office/drawing/2014/main" id="{0997DBEA-6DFC-457A-9850-E53505354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16" name="Rectangle 15">
            <a:extLst>
              <a:ext uri="{FF2B5EF4-FFF2-40B4-BE49-F238E27FC236}">
                <a16:creationId xmlns:a16="http://schemas.microsoft.com/office/drawing/2014/main" id="{79446CF5-953A-4916-BFF4-F5558E5C23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18" name="Rectangle 17">
            <a:extLst>
              <a:ext uri="{FF2B5EF4-FFF2-40B4-BE49-F238E27FC236}">
                <a16:creationId xmlns:a16="http://schemas.microsoft.com/office/drawing/2014/main" id="{477B945C-B433-4DFF-9A67-A5C9257E47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8" name="Content Placeholder 2">
            <a:extLst>
              <a:ext uri="{FF2B5EF4-FFF2-40B4-BE49-F238E27FC236}">
                <a16:creationId xmlns:a16="http://schemas.microsoft.com/office/drawing/2014/main" id="{43EEE9A4-8878-2382-80B5-063BDBD0C580}"/>
              </a:ext>
            </a:extLst>
          </p:cNvPr>
          <p:cNvSpPr>
            <a:spLocks noGrp="1"/>
          </p:cNvSpPr>
          <p:nvPr>
            <p:ph idx="1"/>
          </p:nvPr>
        </p:nvSpPr>
        <p:spPr>
          <a:xfrm>
            <a:off x="807559" y="2340864"/>
            <a:ext cx="6690843" cy="3793237"/>
          </a:xfrm>
        </p:spPr>
        <p:txBody>
          <a:bodyPr>
            <a:normAutofit/>
          </a:bodyPr>
          <a:lstStyle/>
          <a:p>
            <a:pPr marL="0" indent="0">
              <a:buNone/>
            </a:pPr>
            <a:r>
              <a:rPr lang="en-US" dirty="0">
                <a:solidFill>
                  <a:srgbClr val="FFFFFF"/>
                </a:solidFill>
              </a:rPr>
              <a:t>In the healthcare and medical fields, differential privacy acts as a critical bridge between strict data protection regulations (like HIPAA or GDPR) and the need for large-scale medical research. Medical datasets contain highly sensitive, granular details—such as diagnoses, genetic markers, and treatment histories—that are incredibly valuable for training predictive models and finding disease trends. </a:t>
            </a:r>
          </a:p>
          <a:p>
            <a:pPr marL="0" indent="0">
              <a:buNone/>
            </a:pPr>
            <a:endParaRPr lang="en-US" dirty="0">
              <a:solidFill>
                <a:srgbClr val="FFFFFF"/>
              </a:solidFill>
            </a:endParaRPr>
          </a:p>
          <a:p>
            <a:pPr marL="0" indent="0">
              <a:buNone/>
            </a:pPr>
            <a:endParaRPr lang="en-US" dirty="0">
              <a:solidFill>
                <a:srgbClr val="FFFFFF"/>
              </a:solidFill>
            </a:endParaRPr>
          </a:p>
          <a:p>
            <a:r>
              <a:rPr lang="en-IN" dirty="0">
                <a:solidFill>
                  <a:srgbClr val="FFFFFF"/>
                </a:solidFill>
              </a:rPr>
              <a:t>Secure Collaborative Research</a:t>
            </a:r>
          </a:p>
          <a:p>
            <a:r>
              <a:rPr lang="en-US" dirty="0">
                <a:solidFill>
                  <a:srgbClr val="FFFFFF"/>
                </a:solidFill>
              </a:rPr>
              <a:t>Sanitizing Medical Documents and AI</a:t>
            </a:r>
          </a:p>
          <a:p>
            <a:endParaRPr lang="en-IN" dirty="0">
              <a:solidFill>
                <a:srgbClr val="FFFFFF"/>
              </a:solidFill>
            </a:endParaRPr>
          </a:p>
        </p:txBody>
      </p:sp>
      <p:pic>
        <p:nvPicPr>
          <p:cNvPr id="7" name="Graphic 6" descr="Hospital">
            <a:extLst>
              <a:ext uri="{FF2B5EF4-FFF2-40B4-BE49-F238E27FC236}">
                <a16:creationId xmlns:a16="http://schemas.microsoft.com/office/drawing/2014/main" id="{E6E281F1-FD1B-D63E-A20D-E98337C373D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476761" y="2049354"/>
            <a:ext cx="3053422" cy="3053422"/>
          </a:xfrm>
          <a:prstGeom prst="rect">
            <a:avLst/>
          </a:prstGeom>
        </p:spPr>
      </p:pic>
    </p:spTree>
    <p:extLst>
      <p:ext uri="{BB962C8B-B14F-4D97-AF65-F5344CB8AC3E}">
        <p14:creationId xmlns:p14="http://schemas.microsoft.com/office/powerpoint/2010/main" val="1893175609"/>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5" name="Rectangle 2054">
            <a:extLst>
              <a:ext uri="{FF2B5EF4-FFF2-40B4-BE49-F238E27FC236}">
                <a16:creationId xmlns:a16="http://schemas.microsoft.com/office/drawing/2014/main" id="{E6C8E6EB-4C59-429B-97E4-72A058CFC4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2057" name="Rectangle 2056">
            <a:extLst>
              <a:ext uri="{FF2B5EF4-FFF2-40B4-BE49-F238E27FC236}">
                <a16:creationId xmlns:a16="http://schemas.microsoft.com/office/drawing/2014/main" id="{B5B90362-AFCC-46A9-B41C-A257A8C5B3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2059" name="Rectangle 2058">
            <a:extLst>
              <a:ext uri="{FF2B5EF4-FFF2-40B4-BE49-F238E27FC236}">
                <a16:creationId xmlns:a16="http://schemas.microsoft.com/office/drawing/2014/main" id="{F71EF7F1-38BA-471D-8CD4-2A9AE8E355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useBgFill="1">
        <p:nvSpPr>
          <p:cNvPr id="2061" name="Rectangle 2060">
            <a:extLst>
              <a:ext uri="{FF2B5EF4-FFF2-40B4-BE49-F238E27FC236}">
                <a16:creationId xmlns:a16="http://schemas.microsoft.com/office/drawing/2014/main" id="{1BB56EB9-078F-4952-AC1F-149C7A0AE4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E620E12-8AD9-85D2-5587-7E63F3634376}"/>
              </a:ext>
            </a:extLst>
          </p:cNvPr>
          <p:cNvSpPr>
            <a:spLocks noGrp="1"/>
          </p:cNvSpPr>
          <p:nvPr>
            <p:ph type="title"/>
          </p:nvPr>
        </p:nvSpPr>
        <p:spPr>
          <a:xfrm>
            <a:off x="584201" y="702156"/>
            <a:ext cx="7011413" cy="1013800"/>
          </a:xfrm>
        </p:spPr>
        <p:txBody>
          <a:bodyPr vert="horz" lIns="91440" tIns="45720" rIns="91440" bIns="45720" rtlCol="0" anchor="b">
            <a:normAutofit/>
          </a:bodyPr>
          <a:lstStyle/>
          <a:p>
            <a:r>
              <a:rPr lang="en-US" b="0" kern="1200" cap="all" dirty="0">
                <a:solidFill>
                  <a:schemeClr val="tx2"/>
                </a:solidFill>
                <a:latin typeface="+mj-lt"/>
                <a:ea typeface="+mj-ea"/>
                <a:cs typeface="+mj-cs"/>
              </a:rPr>
              <a:t>Why choose a medical health dataset?</a:t>
            </a:r>
          </a:p>
        </p:txBody>
      </p:sp>
      <p:sp>
        <p:nvSpPr>
          <p:cNvPr id="2063" name="Rectangle 2062">
            <a:extLst>
              <a:ext uri="{FF2B5EF4-FFF2-40B4-BE49-F238E27FC236}">
                <a16:creationId xmlns:a16="http://schemas.microsoft.com/office/drawing/2014/main" id="{EE54A6FE-D8CB-48A3-900B-053D4EBD3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3"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065" name="Rectangle 2064">
            <a:extLst>
              <a:ext uri="{FF2B5EF4-FFF2-40B4-BE49-F238E27FC236}">
                <a16:creationId xmlns:a16="http://schemas.microsoft.com/office/drawing/2014/main" id="{7B42427A-0A1F-4A55-8705-D9179F1E0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685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067" name="Rectangle 2066">
            <a:extLst>
              <a:ext uri="{FF2B5EF4-FFF2-40B4-BE49-F238E27FC236}">
                <a16:creationId xmlns:a16="http://schemas.microsoft.com/office/drawing/2014/main" id="{10058680-D07C-4893-B2B7-91543F18AB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081" name="Content Placeholder 3">
            <a:extLst>
              <a:ext uri="{FF2B5EF4-FFF2-40B4-BE49-F238E27FC236}">
                <a16:creationId xmlns:a16="http://schemas.microsoft.com/office/drawing/2014/main" id="{91E74851-EF5B-2EE5-6FDB-9C2C2F7B6A3E}"/>
              </a:ext>
            </a:extLst>
          </p:cNvPr>
          <p:cNvSpPr>
            <a:spLocks noGrp="1"/>
          </p:cNvSpPr>
          <p:nvPr>
            <p:ph sz="half" idx="2"/>
          </p:nvPr>
        </p:nvSpPr>
        <p:spPr>
          <a:xfrm>
            <a:off x="584200" y="1896533"/>
            <a:ext cx="7011413" cy="3962266"/>
          </a:xfrm>
        </p:spPr>
        <p:txBody>
          <a:bodyPr vert="horz" lIns="91440" tIns="45720" rIns="91440" bIns="45720" rtlCol="0" anchor="ctr">
            <a:normAutofit/>
          </a:bodyPr>
          <a:lstStyle/>
          <a:p>
            <a:r>
              <a:rPr lang="en-US" dirty="0"/>
              <a:t>The choice of research on a healthcare dataset like that of COVID-19 was done because pandemics often create a perfect storm of conflicting needs: the urgent, global demand for highly granular health data versus the severe privacy risks of releasing that same data.</a:t>
            </a:r>
          </a:p>
          <a:p>
            <a:pPr>
              <a:buFont typeface="Wingdings 2" panose="05020102010507070707" pitchFamily="18" charset="2"/>
              <a:buChar char=""/>
            </a:pPr>
            <a:endParaRPr lang="en-US" dirty="0"/>
          </a:p>
          <a:p>
            <a:r>
              <a:rPr lang="en-US" b="1" dirty="0"/>
              <a:t>RISK: </a:t>
            </a:r>
            <a:r>
              <a:rPr lang="en-US" dirty="0"/>
              <a:t>If an agency releases that there is exactly one 35-year-old male with COVID-19 in a specific rural zip code, that individual is easily re-identified.</a:t>
            </a:r>
            <a:endParaRPr lang="en-US" b="1" dirty="0"/>
          </a:p>
          <a:p>
            <a:r>
              <a:rPr lang="en-US" b="1" dirty="0"/>
              <a:t>SOLUTION:</a:t>
            </a:r>
            <a:r>
              <a:rPr lang="en-US" dirty="0"/>
              <a:t> Differential privacy solves this by allowing agencies to release these highly detailed statistics while adding enough noise to guarantee that no single person's health status or location can be definitively known by an attacker.</a:t>
            </a:r>
          </a:p>
        </p:txBody>
      </p:sp>
      <p:pic>
        <p:nvPicPr>
          <p:cNvPr id="2050" name="Picture 2" descr="No photo description available.">
            <a:extLst>
              <a:ext uri="{FF2B5EF4-FFF2-40B4-BE49-F238E27FC236}">
                <a16:creationId xmlns:a16="http://schemas.microsoft.com/office/drawing/2014/main" id="{FE094A92-69C7-B5BE-E991-A8658D8511C0}"/>
              </a:ext>
            </a:extLst>
          </p:cNvPr>
          <p:cNvPicPr>
            <a:picLocks noGrp="1" noChangeAspect="1" noChangeArrowheads="1"/>
          </p:cNvPicPr>
          <p:nvPr>
            <p:ph sz="half" idx="13"/>
          </p:nvPr>
        </p:nvPicPr>
        <p:blipFill rotWithShape="1">
          <a:blip r:embed="rId3">
            <a:extLst>
              <a:ext uri="{28A0092B-C50C-407E-A947-70E740481C1C}">
                <a14:useLocalDpi xmlns:a14="http://schemas.microsoft.com/office/drawing/2010/main" val="0"/>
              </a:ext>
            </a:extLst>
          </a:blip>
          <a:srcRect l="9054" t="-1748" r="26813" b="1751"/>
          <a:stretch>
            <a:fillRect/>
          </a:stretch>
        </p:blipFill>
        <p:spPr bwMode="auto">
          <a:xfrm>
            <a:off x="8042147" y="601201"/>
            <a:ext cx="3703320" cy="5774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27947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D8F5C-F5D1-FF9E-70B2-5A46CA8B374D}"/>
              </a:ext>
            </a:extLst>
          </p:cNvPr>
          <p:cNvSpPr>
            <a:spLocks noGrp="1"/>
          </p:cNvSpPr>
          <p:nvPr>
            <p:ph type="title"/>
          </p:nvPr>
        </p:nvSpPr>
        <p:spPr>
          <a:xfrm>
            <a:off x="581192" y="3095624"/>
            <a:ext cx="11029616" cy="2280939"/>
          </a:xfrm>
        </p:spPr>
        <p:txBody>
          <a:bodyPr anchor="ctr">
            <a:normAutofit fontScale="90000"/>
          </a:bodyPr>
          <a:lstStyle/>
          <a:p>
            <a:pPr>
              <a:lnSpc>
                <a:spcPct val="150000"/>
              </a:lnSpc>
            </a:pPr>
            <a:r>
              <a:rPr lang="en-US" sz="2600" i="1" dirty="0">
                <a:effectLst>
                  <a:outerShdw blurRad="38100" dist="38100" dir="2700000" algn="tl">
                    <a:srgbClr val="000000">
                      <a:alpha val="43137"/>
                    </a:srgbClr>
                  </a:outerShdw>
                </a:effectLst>
              </a:rPr>
              <a:t>The primary aim of this dissertation is to design and evaluate a geospatially aware machine learning post-processing framework that enhances the privacy of differentially private datasets, whilst maintaining equivalent or superior data utility.</a:t>
            </a:r>
            <a:endParaRPr lang="en-IN" sz="2600" i="1" dirty="0">
              <a:effectLst>
                <a:outerShdw blurRad="38100" dist="38100" dir="2700000" algn="tl">
                  <a:srgbClr val="000000">
                    <a:alpha val="43137"/>
                  </a:srgbClr>
                </a:outerShdw>
              </a:effectLst>
            </a:endParaRPr>
          </a:p>
        </p:txBody>
      </p:sp>
      <p:sp>
        <p:nvSpPr>
          <p:cNvPr id="5" name="Rectangle 4">
            <a:extLst>
              <a:ext uri="{FF2B5EF4-FFF2-40B4-BE49-F238E27FC236}">
                <a16:creationId xmlns:a16="http://schemas.microsoft.com/office/drawing/2014/main" id="{F8DC296E-DD60-466B-586F-7FBDF0F939F9}"/>
              </a:ext>
            </a:extLst>
          </p:cNvPr>
          <p:cNvSpPr/>
          <p:nvPr/>
        </p:nvSpPr>
        <p:spPr>
          <a:xfrm>
            <a:off x="581192" y="1019772"/>
            <a:ext cx="2042097" cy="923330"/>
          </a:xfrm>
          <a:prstGeom prst="rect">
            <a:avLst/>
          </a:prstGeom>
          <a:noFill/>
        </p:spPr>
        <p:txBody>
          <a:bodyPr wrap="none" lIns="91440" tIns="45720" rIns="91440" bIns="45720">
            <a:spAutoFit/>
          </a:bodyPr>
          <a:lstStyle/>
          <a:p>
            <a:pPr algn="ctr"/>
            <a:r>
              <a:rPr lang="en-US" sz="54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GOAL</a:t>
            </a:r>
          </a:p>
        </p:txBody>
      </p:sp>
    </p:spTree>
    <p:extLst>
      <p:ext uri="{BB962C8B-B14F-4D97-AF65-F5344CB8AC3E}">
        <p14:creationId xmlns:p14="http://schemas.microsoft.com/office/powerpoint/2010/main" val="22700347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B448728E-2EDF-4F60-A97C-C0F08E06DB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33" name="Rectangle 32">
            <a:extLst>
              <a:ext uri="{FF2B5EF4-FFF2-40B4-BE49-F238E27FC236}">
                <a16:creationId xmlns:a16="http://schemas.microsoft.com/office/drawing/2014/main" id="{78CBB40F-4E03-45AE-9020-C27B0AE7F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35" name="Rectangle 34">
            <a:extLst>
              <a:ext uri="{FF2B5EF4-FFF2-40B4-BE49-F238E27FC236}">
                <a16:creationId xmlns:a16="http://schemas.microsoft.com/office/drawing/2014/main" id="{A9F7CCD1-513F-4B7A-9497-7AA9144DB3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37" name="Rectangle 36">
            <a:extLst>
              <a:ext uri="{FF2B5EF4-FFF2-40B4-BE49-F238E27FC236}">
                <a16:creationId xmlns:a16="http://schemas.microsoft.com/office/drawing/2014/main" id="{BFABBCE0-E08C-4BBE-9FD2-E2B253D4D5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ill Sans MT" panose="020B0502020104020203"/>
              <a:ea typeface="+mn-ea"/>
              <a:cs typeface="+mn-cs"/>
            </a:endParaRPr>
          </a:p>
        </p:txBody>
      </p:sp>
      <p:sp>
        <p:nvSpPr>
          <p:cNvPr id="2" name="Title 1">
            <a:extLst>
              <a:ext uri="{FF2B5EF4-FFF2-40B4-BE49-F238E27FC236}">
                <a16:creationId xmlns:a16="http://schemas.microsoft.com/office/drawing/2014/main" id="{D5AB4038-7241-5D9B-23E3-2CF83F324E0C}"/>
              </a:ext>
            </a:extLst>
          </p:cNvPr>
          <p:cNvSpPr>
            <a:spLocks noGrp="1"/>
          </p:cNvSpPr>
          <p:nvPr>
            <p:ph type="ctrTitle"/>
          </p:nvPr>
        </p:nvSpPr>
        <p:spPr>
          <a:xfrm>
            <a:off x="581192" y="702156"/>
            <a:ext cx="11029616" cy="1188720"/>
          </a:xfrm>
        </p:spPr>
        <p:txBody>
          <a:bodyPr vert="horz" lIns="91440" tIns="45720" rIns="91440" bIns="45720" rtlCol="0" anchor="b">
            <a:normAutofit/>
          </a:bodyPr>
          <a:lstStyle/>
          <a:p>
            <a:r>
              <a:rPr lang="en-US" b="0" kern="1200" cap="all" dirty="0">
                <a:solidFill>
                  <a:schemeClr val="tx1">
                    <a:lumMod val="85000"/>
                    <a:lumOff val="15000"/>
                  </a:schemeClr>
                </a:solidFill>
                <a:latin typeface="+mj-lt"/>
                <a:ea typeface="+mj-ea"/>
                <a:cs typeface="+mj-cs"/>
              </a:rPr>
              <a:t>Approach overview</a:t>
            </a:r>
          </a:p>
        </p:txBody>
      </p:sp>
      <p:sp>
        <p:nvSpPr>
          <p:cNvPr id="39" name="Rectangle 38">
            <a:extLst>
              <a:ext uri="{FF2B5EF4-FFF2-40B4-BE49-F238E27FC236}">
                <a16:creationId xmlns:a16="http://schemas.microsoft.com/office/drawing/2014/main" id="{FF426BAC-43D6-468E-B6FF-167034D5C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60727A"/>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41" name="Rectangle 40">
            <a:extLst>
              <a:ext uri="{FF2B5EF4-FFF2-40B4-BE49-F238E27FC236}">
                <a16:creationId xmlns:a16="http://schemas.microsoft.com/office/drawing/2014/main" id="{FB02D80E-5995-4C54-8387-5893C2C89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43" name="Rectangle 42">
            <a:extLst>
              <a:ext uri="{FF2B5EF4-FFF2-40B4-BE49-F238E27FC236}">
                <a16:creationId xmlns:a16="http://schemas.microsoft.com/office/drawing/2014/main" id="{896083C8-1401-4950-AF56-E2FAFE42D6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graphicFrame>
        <p:nvGraphicFramePr>
          <p:cNvPr id="4" name="Diagram 3">
            <a:extLst>
              <a:ext uri="{FF2B5EF4-FFF2-40B4-BE49-F238E27FC236}">
                <a16:creationId xmlns:a16="http://schemas.microsoft.com/office/drawing/2014/main" id="{54E55524-3D83-9663-1ED2-90F74141B968}"/>
              </a:ext>
            </a:extLst>
          </p:cNvPr>
          <p:cNvGraphicFramePr/>
          <p:nvPr>
            <p:extLst>
              <p:ext uri="{D42A27DB-BD31-4B8C-83A1-F6EECF244321}">
                <p14:modId xmlns:p14="http://schemas.microsoft.com/office/powerpoint/2010/main" val="579321980"/>
              </p:ext>
            </p:extLst>
          </p:nvPr>
        </p:nvGraphicFramePr>
        <p:xfrm>
          <a:off x="581025" y="2341563"/>
          <a:ext cx="11029950" cy="381428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68808883"/>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79095BC-A279-AE3A-C496-DAF34E17EFD7}"/>
              </a:ext>
            </a:extLst>
          </p:cNvPr>
          <p:cNvPicPr>
            <a:picLocks noChangeAspect="1"/>
          </p:cNvPicPr>
          <p:nvPr/>
        </p:nvPicPr>
        <p:blipFill>
          <a:blip r:embed="rId3"/>
          <a:stretch>
            <a:fillRect/>
          </a:stretch>
        </p:blipFill>
        <p:spPr>
          <a:xfrm>
            <a:off x="369513" y="742517"/>
            <a:ext cx="6834391" cy="186706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Picture 5">
            <a:extLst>
              <a:ext uri="{FF2B5EF4-FFF2-40B4-BE49-F238E27FC236}">
                <a16:creationId xmlns:a16="http://schemas.microsoft.com/office/drawing/2014/main" id="{C6479D18-CFB9-278B-C74D-AAA882621899}"/>
              </a:ext>
            </a:extLst>
          </p:cNvPr>
          <p:cNvPicPr>
            <a:picLocks noChangeAspect="1"/>
          </p:cNvPicPr>
          <p:nvPr/>
        </p:nvPicPr>
        <p:blipFill>
          <a:blip r:embed="rId4"/>
          <a:stretch>
            <a:fillRect/>
          </a:stretch>
        </p:blipFill>
        <p:spPr>
          <a:xfrm>
            <a:off x="369512" y="2752726"/>
            <a:ext cx="6834391" cy="186706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8" name="Picture 7">
            <a:extLst>
              <a:ext uri="{FF2B5EF4-FFF2-40B4-BE49-F238E27FC236}">
                <a16:creationId xmlns:a16="http://schemas.microsoft.com/office/drawing/2014/main" id="{3C0679AA-98FE-21C1-E38E-68E3B5EA39FE}"/>
              </a:ext>
            </a:extLst>
          </p:cNvPr>
          <p:cNvPicPr>
            <a:picLocks noChangeAspect="1"/>
          </p:cNvPicPr>
          <p:nvPr/>
        </p:nvPicPr>
        <p:blipFill>
          <a:blip r:embed="rId5"/>
          <a:stretch>
            <a:fillRect/>
          </a:stretch>
        </p:blipFill>
        <p:spPr>
          <a:xfrm>
            <a:off x="369512" y="4762936"/>
            <a:ext cx="6834391" cy="191408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0" name="Picture 9">
            <a:extLst>
              <a:ext uri="{FF2B5EF4-FFF2-40B4-BE49-F238E27FC236}">
                <a16:creationId xmlns:a16="http://schemas.microsoft.com/office/drawing/2014/main" id="{C1E7A0D7-1FBC-14A5-A1EF-2D8BD91A7C3A}"/>
              </a:ext>
            </a:extLst>
          </p:cNvPr>
          <p:cNvPicPr>
            <a:picLocks noChangeAspect="1"/>
          </p:cNvPicPr>
          <p:nvPr/>
        </p:nvPicPr>
        <p:blipFill>
          <a:blip r:embed="rId6"/>
          <a:srcRect b="6887"/>
          <a:stretch>
            <a:fillRect/>
          </a:stretch>
        </p:blipFill>
        <p:spPr>
          <a:xfrm>
            <a:off x="7873511" y="848269"/>
            <a:ext cx="4174174" cy="2142582"/>
          </a:xfrm>
          <a:prstGeom prst="rect">
            <a:avLst/>
          </a:prstGeom>
        </p:spPr>
      </p:pic>
      <p:pic>
        <p:nvPicPr>
          <p:cNvPr id="14" name="Picture 13">
            <a:extLst>
              <a:ext uri="{FF2B5EF4-FFF2-40B4-BE49-F238E27FC236}">
                <a16:creationId xmlns:a16="http://schemas.microsoft.com/office/drawing/2014/main" id="{6CD098C3-0C70-4D8A-830E-A9E57714FFA5}"/>
              </a:ext>
            </a:extLst>
          </p:cNvPr>
          <p:cNvPicPr>
            <a:picLocks noChangeAspect="1"/>
          </p:cNvPicPr>
          <p:nvPr/>
        </p:nvPicPr>
        <p:blipFill>
          <a:blip r:embed="rId7"/>
          <a:stretch>
            <a:fillRect/>
          </a:stretch>
        </p:blipFill>
        <p:spPr>
          <a:xfrm>
            <a:off x="7573417" y="819693"/>
            <a:ext cx="490111" cy="2333081"/>
          </a:xfrm>
          <a:prstGeom prst="rect">
            <a:avLst/>
          </a:prstGeom>
        </p:spPr>
      </p:pic>
      <p:pic>
        <p:nvPicPr>
          <p:cNvPr id="20" name="Picture 19">
            <a:extLst>
              <a:ext uri="{FF2B5EF4-FFF2-40B4-BE49-F238E27FC236}">
                <a16:creationId xmlns:a16="http://schemas.microsoft.com/office/drawing/2014/main" id="{2B4F4C03-EF6C-CE0E-8497-740BF27E16C8}"/>
              </a:ext>
            </a:extLst>
          </p:cNvPr>
          <p:cNvPicPr>
            <a:picLocks noChangeAspect="1"/>
          </p:cNvPicPr>
          <p:nvPr/>
        </p:nvPicPr>
        <p:blipFill>
          <a:blip r:embed="rId8"/>
          <a:stretch>
            <a:fillRect/>
          </a:stretch>
        </p:blipFill>
        <p:spPr>
          <a:xfrm>
            <a:off x="7806353" y="3309769"/>
            <a:ext cx="4174174" cy="343330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90367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7AD82C06-87B2-10AE-4AAF-440EB1B81536}"/>
              </a:ext>
            </a:extLst>
          </p:cNvPr>
          <p:cNvGraphicFramePr/>
          <p:nvPr>
            <p:extLst>
              <p:ext uri="{D42A27DB-BD31-4B8C-83A1-F6EECF244321}">
                <p14:modId xmlns:p14="http://schemas.microsoft.com/office/powerpoint/2010/main" val="4039536792"/>
              </p:ext>
            </p:extLst>
          </p:nvPr>
        </p:nvGraphicFramePr>
        <p:xfrm>
          <a:off x="257175" y="923925"/>
          <a:ext cx="11668126" cy="56959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563907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3" name="Rectangle 82">
            <a:extLst>
              <a:ext uri="{FF2B5EF4-FFF2-40B4-BE49-F238E27FC236}">
                <a16:creationId xmlns:a16="http://schemas.microsoft.com/office/drawing/2014/main" id="{DD651B61-325E-4E73-8445-38B0DE8AAA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84" name="Rectangle 83">
            <a:extLst>
              <a:ext uri="{FF2B5EF4-FFF2-40B4-BE49-F238E27FC236}">
                <a16:creationId xmlns:a16="http://schemas.microsoft.com/office/drawing/2014/main" id="{B42E5253-D3AC-4AC2-B766-8B34F13C2F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85" name="Rectangle 84">
            <a:extLst>
              <a:ext uri="{FF2B5EF4-FFF2-40B4-BE49-F238E27FC236}">
                <a16:creationId xmlns:a16="http://schemas.microsoft.com/office/drawing/2014/main" id="{10AE8D57-436A-4073-9A75-15BB5949F8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86" name="Rectangle 85">
            <a:extLst>
              <a:ext uri="{FF2B5EF4-FFF2-40B4-BE49-F238E27FC236}">
                <a16:creationId xmlns:a16="http://schemas.microsoft.com/office/drawing/2014/main" id="{00401440-1DC9-4C9E-A3BA-4DECEEB465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Content Placeholder 14" descr="A graph with blue and orange lines&#10;&#10;AI-generated content may be incorrect.">
            <a:extLst>
              <a:ext uri="{FF2B5EF4-FFF2-40B4-BE49-F238E27FC236}">
                <a16:creationId xmlns:a16="http://schemas.microsoft.com/office/drawing/2014/main" id="{64030A01-7AF4-FBAB-7B81-1ABDAECBA949}"/>
              </a:ext>
            </a:extLst>
          </p:cNvPr>
          <p:cNvPicPr>
            <a:picLocks noChangeAspect="1"/>
          </p:cNvPicPr>
          <p:nvPr/>
        </p:nvPicPr>
        <p:blipFill>
          <a:blip r:embed="rId3"/>
          <a:stretch>
            <a:fillRect/>
          </a:stretch>
        </p:blipFill>
        <p:spPr>
          <a:xfrm>
            <a:off x="2039081" y="447234"/>
            <a:ext cx="8118289" cy="345027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87" name="Rectangle 86">
            <a:extLst>
              <a:ext uri="{FF2B5EF4-FFF2-40B4-BE49-F238E27FC236}">
                <a16:creationId xmlns:a16="http://schemas.microsoft.com/office/drawing/2014/main" id="{36B822CC-7DA9-4417-AA94-64CEB676F0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234" y="4219240"/>
            <a:ext cx="11301984"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88" name="Rectangle 87">
            <a:extLst>
              <a:ext uri="{FF2B5EF4-FFF2-40B4-BE49-F238E27FC236}">
                <a16:creationId xmlns:a16="http://schemas.microsoft.com/office/drawing/2014/main" id="{AFA01E88-71CC-4FF3-9E81-51E0C32B45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234" y="4359623"/>
            <a:ext cx="11303626" cy="2051143"/>
          </a:xfrm>
          <a:prstGeom prst="rect">
            <a:avLst/>
          </a:prstGeom>
          <a:solidFill>
            <a:srgbClr val="465359"/>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2" name="Title 1">
            <a:extLst>
              <a:ext uri="{FF2B5EF4-FFF2-40B4-BE49-F238E27FC236}">
                <a16:creationId xmlns:a16="http://schemas.microsoft.com/office/drawing/2014/main" id="{961B21BB-34F4-C1B4-7802-78F731EAC98A}"/>
              </a:ext>
            </a:extLst>
          </p:cNvPr>
          <p:cNvSpPr>
            <a:spLocks noGrp="1"/>
          </p:cNvSpPr>
          <p:nvPr>
            <p:ph type="title"/>
          </p:nvPr>
        </p:nvSpPr>
        <p:spPr>
          <a:xfrm>
            <a:off x="679600" y="4596992"/>
            <a:ext cx="3353432" cy="1607013"/>
          </a:xfrm>
        </p:spPr>
        <p:txBody>
          <a:bodyPr vert="horz" lIns="91440" tIns="45720" rIns="91440" bIns="45720" rtlCol="0" anchor="ctr">
            <a:normAutofit/>
          </a:bodyPr>
          <a:lstStyle/>
          <a:p>
            <a:r>
              <a:rPr lang="en-US" dirty="0">
                <a:solidFill>
                  <a:srgbClr val="FFFFFF"/>
                </a:solidFill>
              </a:rPr>
              <a:t>Evaluation</a:t>
            </a:r>
          </a:p>
        </p:txBody>
      </p:sp>
      <p:sp>
        <p:nvSpPr>
          <p:cNvPr id="89" name="Content Placeholder 5">
            <a:extLst>
              <a:ext uri="{FF2B5EF4-FFF2-40B4-BE49-F238E27FC236}">
                <a16:creationId xmlns:a16="http://schemas.microsoft.com/office/drawing/2014/main" id="{18C436F8-53B9-67B9-F3DB-26E3682A5216}"/>
              </a:ext>
            </a:extLst>
          </p:cNvPr>
          <p:cNvSpPr txBox="1">
            <a:spLocks/>
          </p:cNvSpPr>
          <p:nvPr/>
        </p:nvSpPr>
        <p:spPr>
          <a:xfrm>
            <a:off x="4407489" y="4659892"/>
            <a:ext cx="7502960" cy="1990060"/>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8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6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nSpc>
                <a:spcPct val="90000"/>
              </a:lnSpc>
              <a:buNone/>
            </a:pPr>
            <a:r>
              <a:rPr lang="en-US" sz="1600" b="1" dirty="0">
                <a:solidFill>
                  <a:srgbClr val="FFFFFF"/>
                </a:solidFill>
              </a:rPr>
              <a:t>def</a:t>
            </a:r>
            <a:r>
              <a:rPr lang="en-US" sz="1600" dirty="0">
                <a:solidFill>
                  <a:srgbClr val="FFFFFF"/>
                </a:solidFill>
              </a:rPr>
              <a:t> calculate_region_penalty(row, alpha_pop=3.0, beta_fp=3.0, max_penalty=5.0):</a:t>
            </a:r>
            <a:br>
              <a:rPr lang="en-US" sz="1600" dirty="0">
                <a:solidFill>
                  <a:srgbClr val="FFFFFF"/>
                </a:solidFill>
              </a:rPr>
            </a:br>
            <a:r>
              <a:rPr lang="en-US" sz="1600" dirty="0">
                <a:solidFill>
                  <a:srgbClr val="FFFFFF"/>
                </a:solidFill>
              </a:rPr>
              <a:t>	pop_term = 1.0 + alpha_pop * np.sqrt(pop_w)</a:t>
            </a:r>
            <a:br>
              <a:rPr lang="en-US" sz="1600" dirty="0">
                <a:solidFill>
                  <a:srgbClr val="FFFFFF"/>
                </a:solidFill>
              </a:rPr>
            </a:br>
            <a:r>
              <a:rPr lang="en-US" sz="1600" dirty="0">
                <a:solidFill>
                  <a:srgbClr val="FFFFFF"/>
                </a:solidFill>
              </a:rPr>
              <a:t>	fp_term = 1.0 + beta_fp * fp_rate</a:t>
            </a:r>
            <a:br>
              <a:rPr lang="en-US" sz="1600" dirty="0">
                <a:solidFill>
                  <a:srgbClr val="FFFFFF"/>
                </a:solidFill>
              </a:rPr>
            </a:br>
            <a:r>
              <a:rPr lang="en-US" sz="1600" b="1" dirty="0">
                <a:solidFill>
                  <a:srgbClr val="FFFFFF"/>
                </a:solidFill>
              </a:rPr>
              <a:t>return</a:t>
            </a:r>
            <a:r>
              <a:rPr lang="en-US" sz="1600" dirty="0">
                <a:solidFill>
                  <a:srgbClr val="FFFFFF"/>
                </a:solidFill>
              </a:rPr>
              <a:t> min(pop_term * fp_term, max_penalty)</a:t>
            </a:r>
          </a:p>
        </p:txBody>
      </p:sp>
      <p:sp>
        <p:nvSpPr>
          <p:cNvPr id="4" name="TextBox 3">
            <a:extLst>
              <a:ext uri="{FF2B5EF4-FFF2-40B4-BE49-F238E27FC236}">
                <a16:creationId xmlns:a16="http://schemas.microsoft.com/office/drawing/2014/main" id="{23E997E0-31D8-E5A7-2754-7F4F87D34A49}"/>
              </a:ext>
            </a:extLst>
          </p:cNvPr>
          <p:cNvSpPr txBox="1"/>
          <p:nvPr/>
        </p:nvSpPr>
        <p:spPr>
          <a:xfrm>
            <a:off x="6687357" y="4529746"/>
            <a:ext cx="2943225" cy="369332"/>
          </a:xfrm>
          <a:prstGeom prst="rect">
            <a:avLst/>
          </a:prstGeom>
          <a:noFill/>
        </p:spPr>
        <p:txBody>
          <a:bodyPr wrap="square" rtlCol="0">
            <a:spAutoFit/>
          </a:bodyPr>
          <a:lstStyle/>
          <a:p>
            <a:r>
              <a:rPr lang="en-IN" dirty="0"/>
              <a:t>Weight Penalty Function</a:t>
            </a:r>
          </a:p>
        </p:txBody>
      </p:sp>
    </p:spTree>
    <p:extLst>
      <p:ext uri="{BB962C8B-B14F-4D97-AF65-F5344CB8AC3E}">
        <p14:creationId xmlns:p14="http://schemas.microsoft.com/office/powerpoint/2010/main" val="768515255"/>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0BEC4-2211-58C1-16DD-9A91D0939898}"/>
              </a:ext>
            </a:extLst>
          </p:cNvPr>
          <p:cNvSpPr>
            <a:spLocks noGrp="1"/>
          </p:cNvSpPr>
          <p:nvPr>
            <p:ph type="title"/>
          </p:nvPr>
        </p:nvSpPr>
        <p:spPr>
          <a:xfrm>
            <a:off x="581192" y="702156"/>
            <a:ext cx="7225075" cy="1326267"/>
          </a:xfrm>
        </p:spPr>
        <p:txBody>
          <a:bodyPr>
            <a:normAutofit/>
          </a:bodyPr>
          <a:lstStyle/>
          <a:p>
            <a:r>
              <a:rPr lang="en-IN"/>
              <a:t>Results</a:t>
            </a:r>
            <a:endParaRPr lang="en-IN" dirty="0"/>
          </a:p>
        </p:txBody>
      </p:sp>
      <p:pic>
        <p:nvPicPr>
          <p:cNvPr id="4" name="Picture 3">
            <a:extLst>
              <a:ext uri="{FF2B5EF4-FFF2-40B4-BE49-F238E27FC236}">
                <a16:creationId xmlns:a16="http://schemas.microsoft.com/office/drawing/2014/main" id="{1D6A83B0-F7D6-EBF2-3523-369DFC60AA80}"/>
              </a:ext>
            </a:extLst>
          </p:cNvPr>
          <p:cNvPicPr>
            <a:picLocks noChangeAspect="1"/>
          </p:cNvPicPr>
          <p:nvPr/>
        </p:nvPicPr>
        <p:blipFill>
          <a:blip r:embed="rId3"/>
          <a:stretch>
            <a:fillRect/>
          </a:stretch>
        </p:blipFill>
        <p:spPr>
          <a:xfrm>
            <a:off x="7996046" y="4623996"/>
            <a:ext cx="3084708" cy="2019902"/>
          </a:xfrm>
          <a:prstGeom prst="rect">
            <a:avLst/>
          </a:prstGeom>
          <a:ln w="228600" cap="sq" cmpd="thickThin">
            <a:solidFill>
              <a:srgbClr val="000000"/>
            </a:solidFill>
            <a:prstDash val="solid"/>
            <a:miter lim="800000"/>
          </a:ln>
          <a:effectLst>
            <a:innerShdw blurRad="76200">
              <a:srgbClr val="000000"/>
            </a:innerShdw>
          </a:effectLst>
        </p:spPr>
      </p:pic>
      <p:pic>
        <p:nvPicPr>
          <p:cNvPr id="6" name="Picture 5">
            <a:extLst>
              <a:ext uri="{FF2B5EF4-FFF2-40B4-BE49-F238E27FC236}">
                <a16:creationId xmlns:a16="http://schemas.microsoft.com/office/drawing/2014/main" id="{286FBA42-0730-4673-1D02-9136A9D0A80E}"/>
              </a:ext>
            </a:extLst>
          </p:cNvPr>
          <p:cNvPicPr>
            <a:picLocks noChangeAspect="1"/>
          </p:cNvPicPr>
          <p:nvPr/>
        </p:nvPicPr>
        <p:blipFill>
          <a:blip r:embed="rId4"/>
          <a:stretch>
            <a:fillRect/>
          </a:stretch>
        </p:blipFill>
        <p:spPr>
          <a:xfrm>
            <a:off x="6797985" y="702156"/>
            <a:ext cx="5264259" cy="372446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graphicFrame>
        <p:nvGraphicFramePr>
          <p:cNvPr id="30" name="Content Placeholder 6">
            <a:extLst>
              <a:ext uri="{FF2B5EF4-FFF2-40B4-BE49-F238E27FC236}">
                <a16:creationId xmlns:a16="http://schemas.microsoft.com/office/drawing/2014/main" id="{473ECFB4-E1EE-57C1-C31A-EB060D424BF8}"/>
              </a:ext>
            </a:extLst>
          </p:cNvPr>
          <p:cNvGraphicFramePr>
            <a:graphicFrameLocks noGrp="1"/>
          </p:cNvGraphicFramePr>
          <p:nvPr>
            <p:ph idx="1"/>
            <p:extLst>
              <p:ext uri="{D42A27DB-BD31-4B8C-83A1-F6EECF244321}">
                <p14:modId xmlns:p14="http://schemas.microsoft.com/office/powerpoint/2010/main" val="1440038008"/>
              </p:ext>
            </p:extLst>
          </p:nvPr>
        </p:nvGraphicFramePr>
        <p:xfrm>
          <a:off x="581193" y="2180496"/>
          <a:ext cx="5800356" cy="424918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7085243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FF574-AD13-8141-B6FE-C58202CD3373}"/>
              </a:ext>
            </a:extLst>
          </p:cNvPr>
          <p:cNvSpPr>
            <a:spLocks noGrp="1"/>
          </p:cNvSpPr>
          <p:nvPr>
            <p:ph type="title"/>
          </p:nvPr>
        </p:nvSpPr>
        <p:spPr>
          <a:xfrm>
            <a:off x="581192" y="702156"/>
            <a:ext cx="11029616" cy="1188720"/>
          </a:xfrm>
        </p:spPr>
        <p:txBody>
          <a:bodyPr>
            <a:normAutofit/>
          </a:bodyPr>
          <a:lstStyle/>
          <a:p>
            <a:r>
              <a:rPr lang="en-IN" dirty="0"/>
              <a:t>Future work</a:t>
            </a:r>
          </a:p>
        </p:txBody>
      </p:sp>
      <p:graphicFrame>
        <p:nvGraphicFramePr>
          <p:cNvPr id="7" name="Content Placeholder 2">
            <a:extLst>
              <a:ext uri="{FF2B5EF4-FFF2-40B4-BE49-F238E27FC236}">
                <a16:creationId xmlns:a16="http://schemas.microsoft.com/office/drawing/2014/main" id="{52F2FB14-BCEA-E0DF-F244-608A0CD61D2E}"/>
              </a:ext>
            </a:extLst>
          </p:cNvPr>
          <p:cNvGraphicFramePr>
            <a:graphicFrameLocks noGrp="1"/>
          </p:cNvGraphicFramePr>
          <p:nvPr>
            <p:ph idx="1"/>
            <p:extLst>
              <p:ext uri="{D42A27DB-BD31-4B8C-83A1-F6EECF244321}">
                <p14:modId xmlns:p14="http://schemas.microsoft.com/office/powerpoint/2010/main" val="1151473562"/>
              </p:ext>
            </p:extLst>
          </p:nvPr>
        </p:nvGraphicFramePr>
        <p:xfrm>
          <a:off x="581025" y="2341563"/>
          <a:ext cx="11029950" cy="381428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003499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B448728E-2EDF-4F60-A97C-C0F08E06DB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Rectangle 28">
            <a:extLst>
              <a:ext uri="{FF2B5EF4-FFF2-40B4-BE49-F238E27FC236}">
                <a16:creationId xmlns:a16="http://schemas.microsoft.com/office/drawing/2014/main" id="{78CBB40F-4E03-45AE-9020-C27B0AE7F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Rectangle 30">
            <a:extLst>
              <a:ext uri="{FF2B5EF4-FFF2-40B4-BE49-F238E27FC236}">
                <a16:creationId xmlns:a16="http://schemas.microsoft.com/office/drawing/2014/main" id="{A9F7CCD1-513F-4B7A-9497-7AA9144DB3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useBgFill="1">
        <p:nvSpPr>
          <p:cNvPr id="33" name="Rectangle 32">
            <a:extLst>
              <a:ext uri="{FF2B5EF4-FFF2-40B4-BE49-F238E27FC236}">
                <a16:creationId xmlns:a16="http://schemas.microsoft.com/office/drawing/2014/main" id="{F92989FB-1024-49B7-BDF1-B3CE27D486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000D60-7F0E-2C51-EDD8-647345A39EC2}"/>
              </a:ext>
            </a:extLst>
          </p:cNvPr>
          <p:cNvSpPr txBox="1">
            <a:spLocks/>
          </p:cNvSpPr>
          <p:nvPr/>
        </p:nvSpPr>
        <p:spPr>
          <a:xfrm>
            <a:off x="746228" y="1037967"/>
            <a:ext cx="3054091" cy="4709131"/>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spcAft>
                <a:spcPts val="600"/>
              </a:spcAft>
            </a:pPr>
            <a:r>
              <a:rPr lang="en-US" b="0" kern="1200" cap="all" dirty="0">
                <a:solidFill>
                  <a:schemeClr val="tx1">
                    <a:lumMod val="75000"/>
                    <a:lumOff val="25000"/>
                  </a:schemeClr>
                </a:solidFill>
                <a:latin typeface="+mj-lt"/>
                <a:ea typeface="+mj-ea"/>
                <a:cs typeface="+mj-cs"/>
              </a:rPr>
              <a:t>Report Outline</a:t>
            </a:r>
          </a:p>
        </p:txBody>
      </p:sp>
      <p:sp>
        <p:nvSpPr>
          <p:cNvPr id="35" name="Rectangle 34">
            <a:extLst>
              <a:ext uri="{FF2B5EF4-FFF2-40B4-BE49-F238E27FC236}">
                <a16:creationId xmlns:a16="http://schemas.microsoft.com/office/drawing/2014/main" id="{2987D6F4-EC95-4EF1-A8AD-4B70386CEE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7" name="Rectangle 36">
            <a:extLst>
              <a:ext uri="{FF2B5EF4-FFF2-40B4-BE49-F238E27FC236}">
                <a16:creationId xmlns:a16="http://schemas.microsoft.com/office/drawing/2014/main" id="{F5F792DF-9D0A-4DB6-9A9E-7312F5A7E8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749808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aphicFrame>
        <p:nvGraphicFramePr>
          <p:cNvPr id="23" name="TextBox 3">
            <a:extLst>
              <a:ext uri="{FF2B5EF4-FFF2-40B4-BE49-F238E27FC236}">
                <a16:creationId xmlns:a16="http://schemas.microsoft.com/office/drawing/2014/main" id="{CA63DF53-5072-D6E4-E3AE-351A75830A29}"/>
              </a:ext>
            </a:extLst>
          </p:cNvPr>
          <p:cNvGraphicFramePr/>
          <p:nvPr>
            <p:extLst>
              <p:ext uri="{D42A27DB-BD31-4B8C-83A1-F6EECF244321}">
                <p14:modId xmlns:p14="http://schemas.microsoft.com/office/powerpoint/2010/main" val="1772855402"/>
              </p:ext>
            </p:extLst>
          </p:nvPr>
        </p:nvGraphicFramePr>
        <p:xfrm>
          <a:off x="4598438" y="1207783"/>
          <a:ext cx="7012370" cy="47091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79585641"/>
      </p:ext>
    </p:extLst>
  </p:cSld>
  <p:clrMapOvr>
    <a:masterClrMapping/>
  </p:clrMapOvr>
</p:sld>
</file>

<file path=ppt/theme/theme1.xml><?xml version="1.0" encoding="utf-8"?>
<a:theme xmlns:a="http://schemas.openxmlformats.org/drawingml/2006/main" name="DividendVTI">
  <a:themeElements>
    <a:clrScheme name="DividendVTI">
      <a:dk1>
        <a:sysClr val="windowText" lastClr="000000"/>
      </a:dk1>
      <a:lt1>
        <a:sysClr val="window" lastClr="FFFFFF"/>
      </a:lt1>
      <a:dk2>
        <a:srgbClr val="3D3D3D"/>
      </a:dk2>
      <a:lt2>
        <a:srgbClr val="EBEBEB"/>
      </a:lt2>
      <a:accent1>
        <a:srgbClr val="ED8428"/>
      </a:accent1>
      <a:accent2>
        <a:srgbClr val="E6C46D"/>
      </a:accent2>
      <a:accent3>
        <a:srgbClr val="537685"/>
      </a:accent3>
      <a:accent4>
        <a:srgbClr val="969FA7"/>
      </a:accent4>
      <a:accent5>
        <a:srgbClr val="A9C37C"/>
      </a:accent5>
      <a:accent6>
        <a:srgbClr val="5A8071"/>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9D1F84C-D1FD-4B1B-9CFD-8E0D96AC4DF2}">
  <ds:schemaRefs>
    <ds:schemaRef ds:uri="http://schemas.microsoft.com/sharepoint/v3/contenttype/forms"/>
  </ds:schemaRefs>
</ds:datastoreItem>
</file>

<file path=customXml/itemProps2.xml><?xml version="1.0" encoding="utf-8"?>
<ds:datastoreItem xmlns:ds="http://schemas.openxmlformats.org/officeDocument/2006/customXml" ds:itemID="{5A00B2AC-C335-4100-B8B3-2D9F49A7290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0037C456-A6DA-4DEE-A3FB-4EC3058FD08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Dividend design</Template>
  <TotalTime>3089</TotalTime>
  <Words>2624</Words>
  <Application>Microsoft Office PowerPoint</Application>
  <PresentationFormat>Widescreen</PresentationFormat>
  <Paragraphs>151</Paragraphs>
  <Slides>14</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Gill Sans MT</vt:lpstr>
      <vt:lpstr>Wingdings</vt:lpstr>
      <vt:lpstr>Wingdings 2</vt:lpstr>
      <vt:lpstr>DividendVTI</vt:lpstr>
      <vt:lpstr>Privacy-Preserving Outbreak Surveillance: Enabling Stronger Differential Privacy Through Geospatially-Aware Machine Learning</vt:lpstr>
      <vt:lpstr>Agenda </vt:lpstr>
      <vt:lpstr>What is DP?</vt:lpstr>
      <vt:lpstr>What problem does it solve?</vt:lpstr>
      <vt:lpstr>How does it apply in medical datasets?</vt:lpstr>
      <vt:lpstr>Why choose a medical health dataset?</vt:lpstr>
      <vt:lpstr>The primary aim of this dissertation is to design and evaluate a geospatially aware machine learning post-processing framework that enhances the privacy of differentially private datasets, whilst maintaining equivalent or superior data utility.</vt:lpstr>
      <vt:lpstr>Approach overview</vt:lpstr>
      <vt:lpstr>PowerPoint Presentation</vt:lpstr>
      <vt:lpstr>PowerPoint Presentation</vt:lpstr>
      <vt:lpstr>Evaluation</vt:lpstr>
      <vt:lpstr>Results</vt:lpstr>
      <vt:lpstr>Future work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Shreshtha Kamboj</dc:creator>
  <cp:lastModifiedBy>Shreshtha Kamboj</cp:lastModifiedBy>
  <cp:revision>74</cp:revision>
  <dcterms:created xsi:type="dcterms:W3CDTF">2026-03-08T18:17:33Z</dcterms:created>
  <dcterms:modified xsi:type="dcterms:W3CDTF">2026-03-18T14:57:42Z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